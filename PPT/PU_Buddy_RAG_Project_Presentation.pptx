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9"/>
  </p:notesMasterIdLst>
  <p:sldIdLst>
    <p:sldId id="2561" r:id="rId2"/>
    <p:sldId id="2562" r:id="rId3"/>
    <p:sldId id="2563" r:id="rId4"/>
    <p:sldId id="2564" r:id="rId5"/>
    <p:sldId id="2565" r:id="rId6"/>
    <p:sldId id="2566" r:id="rId7"/>
    <p:sldId id="2567" r:id="rId8"/>
    <p:sldId id="2568" r:id="rId9"/>
    <p:sldId id="2569" r:id="rId10"/>
    <p:sldId id="2570" r:id="rId11"/>
    <p:sldId id="2571" r:id="rId12"/>
    <p:sldId id="2572" r:id="rId13"/>
    <p:sldId id="2573" r:id="rId14"/>
    <p:sldId id="2574" r:id="rId15"/>
    <p:sldId id="2575" r:id="rId16"/>
    <p:sldId id="2576" r:id="rId17"/>
    <p:sldId id="2577" r:id="rId18"/>
    <p:sldId id="2578" r:id="rId19"/>
    <p:sldId id="2579" r:id="rId20"/>
    <p:sldId id="2580" r:id="rId21"/>
    <p:sldId id="2581" r:id="rId22"/>
    <p:sldId id="2582" r:id="rId23"/>
    <p:sldId id="2583" r:id="rId24"/>
    <p:sldId id="2584" r:id="rId25"/>
    <p:sldId id="2585" r:id="rId26"/>
    <p:sldId id="2586" r:id="rId27"/>
    <p:sldId id="2587"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U Buddy – AI RAG Assistant" id="{E6D90E8B-F440-4B9C-9E6C-227E06F4D007}">
          <p14:sldIdLst>
            <p14:sldId id="2561"/>
          </p14:sldIdLst>
        </p14:section>
        <p14:section name="PU Buddy – AI RAG Assistant" id="{0FE0C4EA-13BD-4CA5-840A-A78553A1696A}">
          <p14:sldIdLst>
            <p14:sldId id="2562"/>
            <p14:sldId id="2563"/>
          </p14:sldIdLst>
        </p14:section>
        <p14:section name="Introduction" id="{5C1A4DC8-21CF-4283-A72D-FB72F636F563}">
          <p14:sldIdLst>
            <p14:sldId id="2564"/>
            <p14:sldId id="2565"/>
          </p14:sldIdLst>
        </p14:section>
        <p14:section name="Problem Statement" id="{26818C5B-DF96-4A31-8407-BD717200610B}">
          <p14:sldIdLst>
            <p14:sldId id="2566"/>
            <p14:sldId id="2567"/>
          </p14:sldIdLst>
        </p14:section>
        <p14:section name="Solution Overview" id="{CC58E2A2-BA0C-48F9-8D84-C12968AC76A2}">
          <p14:sldIdLst>
            <p14:sldId id="2568"/>
            <p14:sldId id="2569"/>
          </p14:sldIdLst>
        </p14:section>
        <p14:section name="Architecture" id="{16475773-F422-47A9-9394-7587626FC820}">
          <p14:sldIdLst>
            <p14:sldId id="2570"/>
            <p14:sldId id="2571"/>
          </p14:sldIdLst>
        </p14:section>
        <p14:section name="Project Modules" id="{DA85E3FA-515D-4162-AF98-23721FBE5E8F}">
          <p14:sldIdLst>
            <p14:sldId id="2572"/>
            <p14:sldId id="2573"/>
          </p14:sldIdLst>
        </p14:section>
        <p14:section name="Tech Stack" id="{6B051D6E-AF6D-4099-8FB8-4E02438FBBFE}">
          <p14:sldIdLst>
            <p14:sldId id="2574"/>
            <p14:sldId id="2575"/>
          </p14:sldIdLst>
        </p14:section>
        <p14:section name="Ingestion Pipeline" id="{0F7AC930-C197-4ED3-AFE2-02F555C53E15}">
          <p14:sldIdLst>
            <p14:sldId id="2576"/>
            <p14:sldId id="2577"/>
          </p14:sldIdLst>
        </p14:section>
        <p14:section name="RAG Chain" id="{F7B662FC-6C53-45FC-AB23-3D45C0A1BCDD}">
          <p14:sldIdLst>
            <p14:sldId id="2578"/>
            <p14:sldId id="2579"/>
          </p14:sldIdLst>
        </p14:section>
        <p14:section name="User Interface" id="{64A2C64D-8CBD-4610-8D2D-2CE618141DD8}">
          <p14:sldIdLst>
            <p14:sldId id="2580"/>
            <p14:sldId id="2581"/>
          </p14:sldIdLst>
        </p14:section>
        <p14:section name="Deployment" id="{F517D740-CEB7-43D4-AB86-411AFFBE1B04}">
          <p14:sldIdLst>
            <p14:sldId id="2582"/>
            <p14:sldId id="2583"/>
          </p14:sldIdLst>
        </p14:section>
        <p14:section name="Future Scope" id="{2AD6B88F-4DE1-4F99-A938-661C38CD370C}">
          <p14:sldIdLst>
            <p14:sldId id="2584"/>
            <p14:sldId id="2585"/>
          </p14:sldIdLst>
        </p14:section>
        <p14:section name="Conclusion" id="{4FB16BE4-5678-4E09-BD69-8DDE733D6806}">
          <p14:sldIdLst>
            <p14:sldId id="2586"/>
            <p14:sldId id="258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1D5B98E-AF64-4601-9806-8FD1CB76CE24}" type="datetimeFigureOut">
              <a:t>2/24/2026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A6D192B-953A-4643-BE71-FF30A43433A1}" type="slidenum">
              <a:t>‹#›</a:t>
            </a:fld>
            <a:endParaRPr lang="en-US"/>
          </a:p>
        </p:txBody>
      </p:sp>
    </p:spTree>
    <p:extLst>
      <p:ext uri="{BB962C8B-B14F-4D97-AF65-F5344CB8AC3E}">
        <p14:creationId xmlns:p14="http://schemas.microsoft.com/office/powerpoint/2010/main" val="32042814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4F91E0FC-F13D-492C-8811-D677A90CAE5E}" type="slidenum">
              <a:t>1</a:t>
            </a:fld>
            <a:endParaRPr lang="en-US"/>
          </a:p>
        </p:txBody>
      </p:sp>
    </p:spTree>
    <p:extLst>
      <p:ext uri="{BB962C8B-B14F-4D97-AF65-F5344CB8AC3E}">
        <p14:creationId xmlns:p14="http://schemas.microsoft.com/office/powerpoint/2010/main" val="19543926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in-prod.asyncgw.teams.microsoft.com/v1/objects/0-sin-d1-5b6c9101aeda0dfde24ddb58e8ad023a/views/original/PU_Buddy_RAG_Implementation_Guide.docx,https://sphinxcoretechllp11-my.sharepoint.com/personal/maharshi_sphinxcoretech_com/_layouts/15/Doc.aspx?sourcedoc=%7B94A8C226-C5DE-4F66-BF79-A2D8194DE919%7D&amp;file=rudra%20patel%20200345305018%20Internship_ppt.pptx&amp;action=edit&amp;mobileredirect=true
Project Overview
</a:t>
            </a:r>
          </a:p>
        </p:txBody>
      </p:sp>
      <p:sp>
        <p:nvSpPr>
          <p:cNvPr id="4" name="Slide Number Placeholder 3"/>
          <p:cNvSpPr>
            <a:spLocks noGrp="1"/>
          </p:cNvSpPr>
          <p:nvPr>
            <p:ph type="sldNum" sz="quarter" idx="5"/>
          </p:nvPr>
        </p:nvSpPr>
        <p:spPr/>
        <p:txBody>
          <a:bodyPr/>
          <a:lstStyle/>
          <a:p>
            <a:fld id="{4F91E0FC-F13D-492C-8811-D677A90CAE5E}" type="slidenum">
              <a:t>2</a:t>
            </a:fld>
            <a:endParaRPr lang="en-US"/>
          </a:p>
        </p:txBody>
      </p:sp>
    </p:spTree>
    <p:extLst>
      <p:ext uri="{BB962C8B-B14F-4D97-AF65-F5344CB8AC3E}">
        <p14:creationId xmlns:p14="http://schemas.microsoft.com/office/powerpoint/2010/main" val="14387272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in-prod.asyncgw.teams.microsoft.com/v1/objects/0-sin-d1-5b6c9101aeda0dfde24ddb58e8ad023a/views/original/PU_Buddy_RAG_Implementation_Guide.docx,https://sphinxcoretechllp11-my.sharepoint.com/personal/maharshi_sphinxcoretech_com/_layouts/15/Doc.aspx?sourcedoc=%7B94A8C226-C5DE-4F66-BF79-A2D8194DE919%7D&amp;file=rudra%20patel%20200345305018%20Internship_ppt.pptx&amp;action=edit&amp;mobileredirect=true
This presentation introduces PU Buddy, a fully open‑source university‑focused AI assistant built using Retrieval‑Augmented Generation (RAG), LangChain, FAISS, and local LLMs such as Mistral or LLaMA through Ollama or GPT4All. The project aims to provide a secure, private, and cost‑free intelligent automation system for Parul University. As educational institutions increasingly rely on digital services, PU Buddy offers a scalable AI-driven platform capable of understanding student, faculty, and administrative queries and responding with precise, context-based information. Since the entire pipeline runs locally, including LLM inference and vector search, PU Buddy ensures that sensitive university documents—like circulars, handbooks, policies, academic calendars, or HR manuals—never leave the on-premise environment. This also makes the solution fully compliant with institutional privacy policies and avoids dependence on paid cloud services. The architecture incorporates RAG to retrieve accurate textual content from indexed documents before generating answers. This approach ensures that responses remain grounded in official university information rather than relying solely on model knowledge, helping maintain factual consistency. PU Buddy’s technical stack includes Python, Streamlit, LangChain, FAISS, and Hugging Face embeddings, enabling a modular and extensible platform. Through its web-based interface, users can ask questions, upload documents, and rebuild FAISS indexes dynamically. This structure allows PU Buddy to adapt over time, ingesting new academic regulations, faculty guidelines, or student notices automatically. Its open‑source nature also ensures future expandability toward voice‑based interaction, ERP system integration, usage analytics, as well as multilingual support tailored to the university’s diverse population.
</a:t>
            </a:r>
          </a:p>
        </p:txBody>
      </p:sp>
      <p:sp>
        <p:nvSpPr>
          <p:cNvPr id="4" name="Slide Number Placeholder 3"/>
          <p:cNvSpPr>
            <a:spLocks noGrp="1"/>
          </p:cNvSpPr>
          <p:nvPr>
            <p:ph type="sldNum" sz="quarter" idx="5"/>
          </p:nvPr>
        </p:nvSpPr>
        <p:spPr/>
        <p:txBody>
          <a:bodyPr/>
          <a:lstStyle/>
          <a:p>
            <a:fld id="{4F91E0FC-F13D-492C-8811-D677A90CAE5E}" type="slidenum">
              <a:t>3</a:t>
            </a:fld>
            <a:endParaRPr lang="en-US"/>
          </a:p>
        </p:txBody>
      </p:sp>
    </p:spTree>
    <p:extLst>
      <p:ext uri="{BB962C8B-B14F-4D97-AF65-F5344CB8AC3E}">
        <p14:creationId xmlns:p14="http://schemas.microsoft.com/office/powerpoint/2010/main" val="22404164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https://sphinxcoretechllp11-my.sharepoint.com/personal/maharshi_sphinxcoretech_com/_layouts/15/Doc.aspx?sourcedoc=%7B94A8C226-C5DE-4F66-BF79-A2D8194DE919%7D&amp;file=rudra%20patel%20200345305018%20Internship_ppt.pptx&amp;action=edit&amp;mobileredirect=true
System Purpose
</a:t>
            </a:r>
          </a:p>
        </p:txBody>
      </p:sp>
      <p:sp>
        <p:nvSpPr>
          <p:cNvPr id="4" name="Slide Number Placeholder 3"/>
          <p:cNvSpPr>
            <a:spLocks noGrp="1"/>
          </p:cNvSpPr>
          <p:nvPr>
            <p:ph type="sldNum" sz="quarter" idx="5"/>
          </p:nvPr>
        </p:nvSpPr>
        <p:spPr/>
        <p:txBody>
          <a:bodyPr/>
          <a:lstStyle/>
          <a:p>
            <a:fld id="{4F91E0FC-F13D-492C-8811-D677A90CAE5E}" type="slidenum">
              <a:t>4</a:t>
            </a:fld>
            <a:endParaRPr lang="en-US"/>
          </a:p>
        </p:txBody>
      </p:sp>
    </p:spTree>
    <p:extLst>
      <p:ext uri="{BB962C8B-B14F-4D97-AF65-F5344CB8AC3E}">
        <p14:creationId xmlns:p14="http://schemas.microsoft.com/office/powerpoint/2010/main" val="12941257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https://sphinxcoretechllp11-my.sharepoint.com/personal/maharshi_sphinxcoretech_com/_layouts/15/Doc.aspx?sourcedoc=%7B94A8C226-C5DE-4F66-BF79-A2D8194DE919%7D&amp;file=rudra%20patel%20200345305018%20Internship_ppt.pptx&amp;action=edit&amp;mobileredirect=true
The core purpose of PU Buddy is to enhance accessibility to academic, administrative, and institutional information at Parul University by utilizing a Retrieval‑Augmented Generation (RAG) workflow. Traditional university helpdesks deal with thousands of repetitive queries every semester, including admissions, hostel information, examination schedules, HR guidelines, and policies. These queries often lead to delays, inefficiencies, and inconsistent communication. PU Buddy addresses these challenges by providing an automated system capable of delivering precise, contextual, and verified information. The system leverages embeddings generated from official documents—such as exam regulations, academic calendars, and HR manuals—which ensures that responses remain grounded in verified university data. The solution aims to reduce workload on administrative staff, eliminate response delays, and offer students and faculty a 24/7 intelligent support system. Furthermore, being completely open source and free to deploy, PU Buddy can operate on individual machines, university servers, or on-campus cloud environments without requiring API keys, paid subscriptions, or external data transfer. This preserves data sovereignty and maintains compliance with institutional governance. The system is also designed to be extensible so future enhancements—voice commands, ERP integration, chatbots, or multilingual support—can be smoothly incorporated.
</a:t>
            </a:r>
          </a:p>
        </p:txBody>
      </p:sp>
      <p:sp>
        <p:nvSpPr>
          <p:cNvPr id="4" name="Slide Number Placeholder 3"/>
          <p:cNvSpPr>
            <a:spLocks noGrp="1"/>
          </p:cNvSpPr>
          <p:nvPr>
            <p:ph type="sldNum" sz="quarter" idx="5"/>
          </p:nvPr>
        </p:nvSpPr>
        <p:spPr/>
        <p:txBody>
          <a:bodyPr/>
          <a:lstStyle/>
          <a:p>
            <a:fld id="{4F91E0FC-F13D-492C-8811-D677A90CAE5E}" type="slidenum">
              <a:t>5</a:t>
            </a:fld>
            <a:endParaRPr lang="en-US"/>
          </a:p>
        </p:txBody>
      </p:sp>
    </p:spTree>
    <p:extLst>
      <p:ext uri="{BB962C8B-B14F-4D97-AF65-F5344CB8AC3E}">
        <p14:creationId xmlns:p14="http://schemas.microsoft.com/office/powerpoint/2010/main" val="35990919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https://sphinxcoretechllp11-my.sharepoint.com/personal/maharshi_sphinxcoretech_com/_layouts/15/Doc.aspx?sourcedoc=%7B94A8C226-C5DE-4F66-BF79-A2D8194DE919%7D&amp;file=rudra%20patel%20200345305018%20Internship_ppt.pptx&amp;action=edit&amp;mobileredirect=true
Challenges in University Information Handling
</a:t>
            </a:r>
          </a:p>
        </p:txBody>
      </p:sp>
      <p:sp>
        <p:nvSpPr>
          <p:cNvPr id="4" name="Slide Number Placeholder 3"/>
          <p:cNvSpPr>
            <a:spLocks noGrp="1"/>
          </p:cNvSpPr>
          <p:nvPr>
            <p:ph type="sldNum" sz="quarter" idx="5"/>
          </p:nvPr>
        </p:nvSpPr>
        <p:spPr/>
        <p:txBody>
          <a:bodyPr/>
          <a:lstStyle/>
          <a:p>
            <a:fld id="{4F91E0FC-F13D-492C-8811-D677A90CAE5E}" type="slidenum">
              <a:t>6</a:t>
            </a:fld>
            <a:endParaRPr lang="en-US"/>
          </a:p>
        </p:txBody>
      </p:sp>
    </p:spTree>
    <p:extLst>
      <p:ext uri="{BB962C8B-B14F-4D97-AF65-F5344CB8AC3E}">
        <p14:creationId xmlns:p14="http://schemas.microsoft.com/office/powerpoint/2010/main" val="129497410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https://sphinxcoretechllp11-my.sharepoint.com/personal/maharshi_sphinxcoretech_com/_layouts/15/Doc.aspx?sourcedoc=%7B94A8C226-C5DE-4F66-BF79-A2D8194DE919%7D&amp;file=rudra%20patel%20200345305018%20Internship_ppt.pptx&amp;action=edit&amp;mobileredirect=true
Universities handle a large volume of recurring questions covering admissions, exam timetables, scholarships, academic rules, HR procedures, payroll queries, and hostel-related concerns. Existing systems typically rely on manual processes such as helpdesk staff, email support, or outdated portals. This leads to frequent bottlenecks as staff are burdened with repetitive queries that consume time and resources. Students often experience delays, confusion, or miscommunication due to inconsistent information dissemination across departments. Additionally, faculty members frequently need quick access to teaching schedules, research guidelines, or ethics documentation, but traditional systems may not be optimized for efficient retrieval. The absence of centralized AI-driven support also means that institutions cannot scale their response systems during peak periods such as exam seasons or admission cycles. Manual systems also cannot offer personalized, context-aware responses. Lastly, scattered document storage—across PDFs, portals, emails, and circulars—makes it difficult for stakeholders to access precise information instantly. PU Buddy addresses these challenges by centralizing documents, indexing them using FAISS, and enabling real-time retrieval via natural language queries.
</a:t>
            </a:r>
          </a:p>
        </p:txBody>
      </p:sp>
      <p:sp>
        <p:nvSpPr>
          <p:cNvPr id="4" name="Slide Number Placeholder 3"/>
          <p:cNvSpPr>
            <a:spLocks noGrp="1"/>
          </p:cNvSpPr>
          <p:nvPr>
            <p:ph type="sldNum" sz="quarter" idx="5"/>
          </p:nvPr>
        </p:nvSpPr>
        <p:spPr/>
        <p:txBody>
          <a:bodyPr/>
          <a:lstStyle/>
          <a:p>
            <a:fld id="{4F91E0FC-F13D-492C-8811-D677A90CAE5E}" type="slidenum">
              <a:t>7</a:t>
            </a:fld>
            <a:endParaRPr lang="en-US"/>
          </a:p>
        </p:txBody>
      </p:sp>
    </p:spTree>
    <p:extLst>
      <p:ext uri="{BB962C8B-B14F-4D97-AF65-F5344CB8AC3E}">
        <p14:creationId xmlns:p14="http://schemas.microsoft.com/office/powerpoint/2010/main" val="378468496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in-prod.asyncgw.teams.microsoft.com/v1/objects/0-sin-d1-5b6c9101aeda0dfde24ddb58e8ad023a/views/original/PU_Buddy_RAG_Implementation_Guide.docx,https://sphinxcoretechllp11-my.sharepoint.com/personal/maharshi_sphinxcoretech_com/_layouts/15/Doc.aspx?sourcedoc=%7B94A8C226-C5DE-4F66-BF79-A2D8194DE919%7D&amp;file=rudra%20patel%20200345305018%20Internship_ppt.pptx&amp;action=edit&amp;mobileredirect=true
RAG-Based Intelligent Assistant
</a:t>
            </a:r>
          </a:p>
        </p:txBody>
      </p:sp>
      <p:sp>
        <p:nvSpPr>
          <p:cNvPr id="4" name="Slide Number Placeholder 3"/>
          <p:cNvSpPr>
            <a:spLocks noGrp="1"/>
          </p:cNvSpPr>
          <p:nvPr>
            <p:ph type="sldNum" sz="quarter" idx="5"/>
          </p:nvPr>
        </p:nvSpPr>
        <p:spPr/>
        <p:txBody>
          <a:bodyPr/>
          <a:lstStyle/>
          <a:p>
            <a:fld id="{4F91E0FC-F13D-492C-8811-D677A90CAE5E}" type="slidenum">
              <a:t>8</a:t>
            </a:fld>
            <a:endParaRPr lang="en-US"/>
          </a:p>
        </p:txBody>
      </p:sp>
    </p:spTree>
    <p:extLst>
      <p:ext uri="{BB962C8B-B14F-4D97-AF65-F5344CB8AC3E}">
        <p14:creationId xmlns:p14="http://schemas.microsoft.com/office/powerpoint/2010/main" val="410660425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in-prod.asyncgw.teams.microsoft.com/v1/objects/0-sin-d1-5b6c9101aeda0dfde24ddb58e8ad023a/views/original/PU_Buddy_RAG_Implementation_Guide.docx,https://sphinxcoretechllp11-my.sharepoint.com/personal/maharshi_sphinxcoretech_com/_layouts/15/Doc.aspx?sourcedoc=%7B94A8C226-C5DE-4F66-BF79-A2D8194DE919%7D&amp;file=rudra%20patel%20200345305018%20Internship_ppt.pptx&amp;action=edit&amp;mobileredirect=true
PU Buddy implements a RAG (Retrieval‑Augmented Generation) architecture that enhances the accuracy and factual reliability of responses by combining semantic document retrieval with local large language model generation. When a user submits a query, the system first retrieves relevant content chunks from a FAISS vector index created from university documents. These chunks are then passed to a local LLM—powered by Ollama or GPT4All—which generates a context-grounded response. This architecture ensures that the assistant does not hallucinate or provide incorrect information because answers are strictly constrained by retrieved factual content. Unlike cloud‑hosted chatbots, PU Buddy remains fully operational offline, guaranteeing data privacy and cost-free usage. The solution includes a Streamlit-based user interface where users can ask questions, upload new documents, and rebuild indexes with a single click. This makes the assistant dynamic and capable of evolving as policies or circulars update throughout the academic year. With its modular design and open standards, PU Buddy can integrate additional components such as voice interfaces, mobile apps, ERP connectors, or multilingual support. Its adaptability ensures long-term institutional value.
</a:t>
            </a:r>
          </a:p>
        </p:txBody>
      </p:sp>
      <p:sp>
        <p:nvSpPr>
          <p:cNvPr id="4" name="Slide Number Placeholder 3"/>
          <p:cNvSpPr>
            <a:spLocks noGrp="1"/>
          </p:cNvSpPr>
          <p:nvPr>
            <p:ph type="sldNum" sz="quarter" idx="5"/>
          </p:nvPr>
        </p:nvSpPr>
        <p:spPr/>
        <p:txBody>
          <a:bodyPr/>
          <a:lstStyle/>
          <a:p>
            <a:fld id="{4F91E0FC-F13D-492C-8811-D677A90CAE5E}" type="slidenum">
              <a:t>9</a:t>
            </a:fld>
            <a:endParaRPr lang="en-US"/>
          </a:p>
        </p:txBody>
      </p:sp>
    </p:spTree>
    <p:extLst>
      <p:ext uri="{BB962C8B-B14F-4D97-AF65-F5344CB8AC3E}">
        <p14:creationId xmlns:p14="http://schemas.microsoft.com/office/powerpoint/2010/main" val="81841109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https://in-prod.asyncgw.teams.microsoft.com/v1/objects/0-sin-d1-5b6c9101aeda0dfde24ddb58e8ad023a/views/original/PU_Buddy_RAG_Implementation_Guide.docx
System Flow &amp; Data Pipeline
</a:t>
            </a:r>
          </a:p>
        </p:txBody>
      </p:sp>
      <p:sp>
        <p:nvSpPr>
          <p:cNvPr id="4" name="Slide Number Placeholder 3"/>
          <p:cNvSpPr>
            <a:spLocks noGrp="1"/>
          </p:cNvSpPr>
          <p:nvPr>
            <p:ph type="sldNum" sz="quarter" idx="5"/>
          </p:nvPr>
        </p:nvSpPr>
        <p:spPr/>
        <p:txBody>
          <a:bodyPr/>
          <a:lstStyle/>
          <a:p>
            <a:fld id="{4F91E0FC-F13D-492C-8811-D677A90CAE5E}" type="slidenum">
              <a:t>10</a:t>
            </a:fld>
            <a:endParaRPr lang="en-US"/>
          </a:p>
        </p:txBody>
      </p:sp>
    </p:spTree>
    <p:extLst>
      <p:ext uri="{BB962C8B-B14F-4D97-AF65-F5344CB8AC3E}">
        <p14:creationId xmlns:p14="http://schemas.microsoft.com/office/powerpoint/2010/main" val="21119178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https://in-prod.asyncgw.teams.microsoft.com/v1/objects/0-sin-d1-5b6c9101aeda0dfde24ddb58e8ad023a/views/original/PU_Buddy_RAG_Implementation_Guide.docx
The architecture of PU Buddy is built around a structured sequence that transforms user queries into accurate, document‑grounded responses. The workflow begins with query submission in the Streamlit interface. The system then uses pretrained sentence‑transformer embeddings to convert documents and queries into numerical vectors, making them searchable in semantic space. FAISS (Facebook AI Similarity Search) stores these vectors, enabling fast nearest‑neighbor retrieval of the most relevant document chunks. Once the retriever identifies top‑K results, these chunks are packaged into a prompt template designed to guide the local LLM to provide concise, contextually accurate answers. The LLM—running through Ollama or GPT4All—uses the retrieved content as grounding material, ensuring factual responses. The final answer, accompanied by source citations, is returned to the user. The architecture is entirely local, ensuring that all embeddings, indexes, and sensitive academic documents remain within the institution. This secure and efficient design allows for scalable deployment across university systems and seamless updates as documentation changes.
</a:t>
            </a:r>
          </a:p>
        </p:txBody>
      </p:sp>
      <p:sp>
        <p:nvSpPr>
          <p:cNvPr id="4" name="Slide Number Placeholder 3"/>
          <p:cNvSpPr>
            <a:spLocks noGrp="1"/>
          </p:cNvSpPr>
          <p:nvPr>
            <p:ph type="sldNum" sz="quarter" idx="5"/>
          </p:nvPr>
        </p:nvSpPr>
        <p:spPr/>
        <p:txBody>
          <a:bodyPr/>
          <a:lstStyle/>
          <a:p>
            <a:fld id="{4F91E0FC-F13D-492C-8811-D677A90CAE5E}" type="slidenum">
              <a:t>11</a:t>
            </a:fld>
            <a:endParaRPr lang="en-US"/>
          </a:p>
        </p:txBody>
      </p:sp>
    </p:spTree>
    <p:extLst>
      <p:ext uri="{BB962C8B-B14F-4D97-AF65-F5344CB8AC3E}">
        <p14:creationId xmlns:p14="http://schemas.microsoft.com/office/powerpoint/2010/main" val="42250436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https://sphinxcoretechllp11-my.sharepoint.com/personal/maharshi_sphinxcoretech_com/_layouts/15/Doc.aspx?sourcedoc=%7B94A8C226-C5DE-4F66-BF79-A2D8194DE919%7D&amp;file=rudra%20patel%20200345305018%20Internship_ppt.pptx&amp;action=edit&amp;mobileredirect=true
Core Functional Areas
</a:t>
            </a:r>
          </a:p>
        </p:txBody>
      </p:sp>
      <p:sp>
        <p:nvSpPr>
          <p:cNvPr id="4" name="Slide Number Placeholder 3"/>
          <p:cNvSpPr>
            <a:spLocks noGrp="1"/>
          </p:cNvSpPr>
          <p:nvPr>
            <p:ph type="sldNum" sz="quarter" idx="5"/>
          </p:nvPr>
        </p:nvSpPr>
        <p:spPr/>
        <p:txBody>
          <a:bodyPr/>
          <a:lstStyle/>
          <a:p>
            <a:fld id="{4F91E0FC-F13D-492C-8811-D677A90CAE5E}" type="slidenum">
              <a:t>12</a:t>
            </a:fld>
            <a:endParaRPr lang="en-US"/>
          </a:p>
        </p:txBody>
      </p:sp>
    </p:spTree>
    <p:extLst>
      <p:ext uri="{BB962C8B-B14F-4D97-AF65-F5344CB8AC3E}">
        <p14:creationId xmlns:p14="http://schemas.microsoft.com/office/powerpoint/2010/main" val="377183683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https://sphinxcoretechllp11-my.sharepoint.com/personal/maharshi_sphinxcoretech_com/_layouts/15/Doc.aspx?sourcedoc=%7B94A8C226-C5DE-4F66-BF79-A2D8194DE919%7D&amp;file=rudra%20patel%20200345305018%20Internship_ppt.pptx&amp;action=edit&amp;mobileredirect=true
PU Buddy is organized into three foundational modules, each addressing a specific set of institutional needs. The Student Services module handles queries related to admissions, examination schedules, hostel processes, fee structures, and scholarship eligibility. By indexing official student-related documents, PU Buddy can deliver accurate and up-to-date information in real time. The Faculty Support module focuses on academic policies, research guidelines, ethical frameworks, and teaching schedules—areas that faculty frequently inquire about. This module ensures that faculty members can retrieve procedural or policy details instantly without navigating through multiple PDF documents or online portals. The Administrative module supports HR policies, payroll guidelines, institutional circulars, and general administrative operations. This helps staff obtain critical information quickly, reducing internal bottlenecks. Together, these modules enable PU Buddy to function as a comprehensive institutional knowledge assistant, easily extensible as additional university departments adopt the system.
</a:t>
            </a:r>
          </a:p>
        </p:txBody>
      </p:sp>
      <p:sp>
        <p:nvSpPr>
          <p:cNvPr id="4" name="Slide Number Placeholder 3"/>
          <p:cNvSpPr>
            <a:spLocks noGrp="1"/>
          </p:cNvSpPr>
          <p:nvPr>
            <p:ph type="sldNum" sz="quarter" idx="5"/>
          </p:nvPr>
        </p:nvSpPr>
        <p:spPr/>
        <p:txBody>
          <a:bodyPr/>
          <a:lstStyle/>
          <a:p>
            <a:fld id="{4F91E0FC-F13D-492C-8811-D677A90CAE5E}" type="slidenum">
              <a:t>13</a:t>
            </a:fld>
            <a:endParaRPr lang="en-US"/>
          </a:p>
        </p:txBody>
      </p:sp>
    </p:spTree>
    <p:extLst>
      <p:ext uri="{BB962C8B-B14F-4D97-AF65-F5344CB8AC3E}">
        <p14:creationId xmlns:p14="http://schemas.microsoft.com/office/powerpoint/2010/main" val="272631804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sphinxcoretechllp11-my.sharepoint.com/personal/maharshi_sphinxcoretech_com/_layouts/15/Doc.aspx?sourcedoc=%7B94A8C226-C5DE-4F66-BF79-A2D8194DE919%7D&amp;file=rudra%20patel%20200345305018%20Internship_ppt.pptx&amp;action=edit&amp;mobileredirect=true,https://in-prod.asyncgw.teams.microsoft.com/v1/objects/0-sin-d1-5b6c9101aeda0dfde24ddb58e8ad023a/views/original/PU_Buddy_RAG_Implementation_Guide.docx
Technologies Used
</a:t>
            </a:r>
          </a:p>
        </p:txBody>
      </p:sp>
      <p:sp>
        <p:nvSpPr>
          <p:cNvPr id="4" name="Slide Number Placeholder 3"/>
          <p:cNvSpPr>
            <a:spLocks noGrp="1"/>
          </p:cNvSpPr>
          <p:nvPr>
            <p:ph type="sldNum" sz="quarter" idx="5"/>
          </p:nvPr>
        </p:nvSpPr>
        <p:spPr/>
        <p:txBody>
          <a:bodyPr/>
          <a:lstStyle/>
          <a:p>
            <a:fld id="{4F91E0FC-F13D-492C-8811-D677A90CAE5E}" type="slidenum">
              <a:t>14</a:t>
            </a:fld>
            <a:endParaRPr lang="en-US"/>
          </a:p>
        </p:txBody>
      </p:sp>
    </p:spTree>
    <p:extLst>
      <p:ext uri="{BB962C8B-B14F-4D97-AF65-F5344CB8AC3E}">
        <p14:creationId xmlns:p14="http://schemas.microsoft.com/office/powerpoint/2010/main" val="246673408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sphinxcoretechllp11-my.sharepoint.com/personal/maharshi_sphinxcoretech_com/_layouts/15/Doc.aspx?sourcedoc=%7B94A8C226-C5DE-4F66-BF79-A2D8194DE919%7D&amp;file=rudra%20patel%20200345305018%20Internship_ppt.pptx&amp;action=edit&amp;mobileredirect=true,https://in-prod.asyncgw.teams.microsoft.com/v1/objects/0-sin-d1-5b6c9101aeda0dfde24ddb58e8ad023a/views/original/PU_Buddy_RAG_Implementation_Guide.docx
The project utilizes a robust open‑source technology stack to ensure scalability, maintainability, and cost-free deployment. Python serves as the core programming language, with LangChain providing high-level abstractions for building retrieval pipelines and chains. FAISS—an optimized library for similarity search—enables rapid vector-based retrieval, even with large document collections. Hugging Face sentence-transformers generate embeddings that map documents and queries into a semantic vector space. Streamlit powers the user interface, offering a lightweight but interactive platform for users to submit queries, upload files, and trigger ingestion. Docker and Docker Compose simplify deployment by containerizing both the app and the LLM server (via Ollama). The system supports two categories of local LLMs: models running through Ollama (like Mistral or LLaMA variants) and GPT4All models, which operate entirely offline and require no GPUs. This tech stack ensures that PU Buddy remains accessible, secure, and customizable for any institution.
</a:t>
            </a:r>
          </a:p>
        </p:txBody>
      </p:sp>
      <p:sp>
        <p:nvSpPr>
          <p:cNvPr id="4" name="Slide Number Placeholder 3"/>
          <p:cNvSpPr>
            <a:spLocks noGrp="1"/>
          </p:cNvSpPr>
          <p:nvPr>
            <p:ph type="sldNum" sz="quarter" idx="5"/>
          </p:nvPr>
        </p:nvSpPr>
        <p:spPr/>
        <p:txBody>
          <a:bodyPr/>
          <a:lstStyle/>
          <a:p>
            <a:fld id="{4F91E0FC-F13D-492C-8811-D677A90CAE5E}" type="slidenum">
              <a:t>15</a:t>
            </a:fld>
            <a:endParaRPr lang="en-US"/>
          </a:p>
        </p:txBody>
      </p:sp>
    </p:spTree>
    <p:extLst>
      <p:ext uri="{BB962C8B-B14F-4D97-AF65-F5344CB8AC3E}">
        <p14:creationId xmlns:p14="http://schemas.microsoft.com/office/powerpoint/2010/main" val="391309841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https://in-prod.asyncgw.teams.microsoft.com/v1/objects/0-sin-d1-5b6c9101aeda0dfde24ddb58e8ad023a/views/original/PU_Buddy_RAG_Implementation_Guide.docx
Document Processing &amp; Indexing
</a:t>
            </a:r>
          </a:p>
        </p:txBody>
      </p:sp>
      <p:sp>
        <p:nvSpPr>
          <p:cNvPr id="4" name="Slide Number Placeholder 3"/>
          <p:cNvSpPr>
            <a:spLocks noGrp="1"/>
          </p:cNvSpPr>
          <p:nvPr>
            <p:ph type="sldNum" sz="quarter" idx="5"/>
          </p:nvPr>
        </p:nvSpPr>
        <p:spPr/>
        <p:txBody>
          <a:bodyPr/>
          <a:lstStyle/>
          <a:p>
            <a:fld id="{4F91E0FC-F13D-492C-8811-D677A90CAE5E}" type="slidenum">
              <a:t>16</a:t>
            </a:fld>
            <a:endParaRPr lang="en-US"/>
          </a:p>
        </p:txBody>
      </p:sp>
    </p:spTree>
    <p:extLst>
      <p:ext uri="{BB962C8B-B14F-4D97-AF65-F5344CB8AC3E}">
        <p14:creationId xmlns:p14="http://schemas.microsoft.com/office/powerpoint/2010/main" val="33620319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https://in-prod.asyncgw.teams.microsoft.com/v1/objects/0-sin-d1-5b6c9101aeda0dfde24ddb58e8ad023a/views/original/PU_Buddy_RAG_Implementation_Guide.docx
The ingestion pipeline is responsible for transforming raw university documents into searchable FAISS vector indexes. PU Buddy supports multiple file formats, including PDF, DOCX, and TXT. During ingestion, each document is loaded using appropriate parsers such as pypdf or python‑docx, then passed through a recursive text splitter that divides content into manageable chunks optimized for semantic retrieval. These chunks are then embedded using a pretrained sentence‑transformer model and stored as vectors in a FAISS index. The ingestion script automatically merges new indexes with existing ones, allowing the system to grow incrementally as new documents—such as updated academic calendars or fresh circulars—are added. The pipeline is accessible through command-line utilities as well as via the Streamlit interface, making it easy for staff to update the assistant without technical expertise.
</a:t>
            </a:r>
          </a:p>
        </p:txBody>
      </p:sp>
      <p:sp>
        <p:nvSpPr>
          <p:cNvPr id="4" name="Slide Number Placeholder 3"/>
          <p:cNvSpPr>
            <a:spLocks noGrp="1"/>
          </p:cNvSpPr>
          <p:nvPr>
            <p:ph type="sldNum" sz="quarter" idx="5"/>
          </p:nvPr>
        </p:nvSpPr>
        <p:spPr/>
        <p:txBody>
          <a:bodyPr/>
          <a:lstStyle/>
          <a:p>
            <a:fld id="{4F91E0FC-F13D-492C-8811-D677A90CAE5E}" type="slidenum">
              <a:t>17</a:t>
            </a:fld>
            <a:endParaRPr lang="en-US"/>
          </a:p>
        </p:txBody>
      </p:sp>
    </p:spTree>
    <p:extLst>
      <p:ext uri="{BB962C8B-B14F-4D97-AF65-F5344CB8AC3E}">
        <p14:creationId xmlns:p14="http://schemas.microsoft.com/office/powerpoint/2010/main" val="329744316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https://in-prod.asyncgw.teams.microsoft.com/v1/objects/0-sin-d1-5b6c9101aeda0dfde24ddb58e8ad023a/views/original/PU_Buddy_RAG_Implementation_Guide.docx
Retriever + LLM Integration
</a:t>
            </a:r>
          </a:p>
        </p:txBody>
      </p:sp>
      <p:sp>
        <p:nvSpPr>
          <p:cNvPr id="4" name="Slide Number Placeholder 3"/>
          <p:cNvSpPr>
            <a:spLocks noGrp="1"/>
          </p:cNvSpPr>
          <p:nvPr>
            <p:ph type="sldNum" sz="quarter" idx="5"/>
          </p:nvPr>
        </p:nvSpPr>
        <p:spPr/>
        <p:txBody>
          <a:bodyPr/>
          <a:lstStyle/>
          <a:p>
            <a:fld id="{4F91E0FC-F13D-492C-8811-D677A90CAE5E}" type="slidenum">
              <a:t>18</a:t>
            </a:fld>
            <a:endParaRPr lang="en-US"/>
          </a:p>
        </p:txBody>
      </p:sp>
    </p:spTree>
    <p:extLst>
      <p:ext uri="{BB962C8B-B14F-4D97-AF65-F5344CB8AC3E}">
        <p14:creationId xmlns:p14="http://schemas.microsoft.com/office/powerpoint/2010/main" val="6140436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https://in-prod.asyncgw.teams.microsoft.com/v1/objects/0-sin-d1-5b6c9101aeda0dfde24ddb58e8ad023a/views/original/PU_Buddy_RAG_Implementation_Guide.docx
The RAG chain connects the retriever and the LLM into a unified response generation pipeline. Using LangChain’s RetrievalQA architecture, PU Buddy retrieves top‑K documents from the FAISS vector store and feeds them into a structured prompt designed to restrict responses strictly to the provided context. This prevents hallucination and ensures fact-based responses. The LLM, chosen from Ollama or GPT4All depending on configuration, analyzes the prompt and generates concise answers, often summarized into bullet points for clarity. LangChain handles orchestration, allowing interchangeable LLM backends and flexible prompt customization. The chain also returns the original document sources to ensure transparency, allowing users to verify the factual basis of each response.
</a:t>
            </a:r>
          </a:p>
        </p:txBody>
      </p:sp>
      <p:sp>
        <p:nvSpPr>
          <p:cNvPr id="4" name="Slide Number Placeholder 3"/>
          <p:cNvSpPr>
            <a:spLocks noGrp="1"/>
          </p:cNvSpPr>
          <p:nvPr>
            <p:ph type="sldNum" sz="quarter" idx="5"/>
          </p:nvPr>
        </p:nvSpPr>
        <p:spPr/>
        <p:txBody>
          <a:bodyPr/>
          <a:lstStyle/>
          <a:p>
            <a:fld id="{4F91E0FC-F13D-492C-8811-D677A90CAE5E}" type="slidenum">
              <a:t>19</a:t>
            </a:fld>
            <a:endParaRPr lang="en-US"/>
          </a:p>
        </p:txBody>
      </p:sp>
    </p:spTree>
    <p:extLst>
      <p:ext uri="{BB962C8B-B14F-4D97-AF65-F5344CB8AC3E}">
        <p14:creationId xmlns:p14="http://schemas.microsoft.com/office/powerpoint/2010/main" val="6459042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https://in-prod.asyncgw.teams.microsoft.com/v1/objects/0-sin-d1-5b6c9101aeda0dfde24ddb58e8ad023a/views/original/PU_Buddy_RAG_Implementation_Guide.docx
Streamlit Application
</a:t>
            </a:r>
          </a:p>
        </p:txBody>
      </p:sp>
      <p:sp>
        <p:nvSpPr>
          <p:cNvPr id="4" name="Slide Number Placeholder 3"/>
          <p:cNvSpPr>
            <a:spLocks noGrp="1"/>
          </p:cNvSpPr>
          <p:nvPr>
            <p:ph type="sldNum" sz="quarter" idx="5"/>
          </p:nvPr>
        </p:nvSpPr>
        <p:spPr/>
        <p:txBody>
          <a:bodyPr/>
          <a:lstStyle/>
          <a:p>
            <a:fld id="{4F91E0FC-F13D-492C-8811-D677A90CAE5E}" type="slidenum">
              <a:t>20</a:t>
            </a:fld>
            <a:endParaRPr lang="en-US"/>
          </a:p>
        </p:txBody>
      </p:sp>
    </p:spTree>
    <p:extLst>
      <p:ext uri="{BB962C8B-B14F-4D97-AF65-F5344CB8AC3E}">
        <p14:creationId xmlns:p14="http://schemas.microsoft.com/office/powerpoint/2010/main" val="275625223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https://in-prod.asyncgw.teams.microsoft.com/v1/objects/0-sin-d1-5b6c9101aeda0dfde24ddb58e8ad023a/views/original/PU_Buddy_RAG_Implementation_Guide.docx
The Streamlit interface acts as the primary access point for PU Buddy, offering a clean and interactive platform for both students and staff. It displays system configuration details in the sidebar—including chosen LLM, vector store path, and ingestion controls. Users can upload new documents, rebuild indexes, and ask natural language questions through a simple chat interface. The interface also maintains a query history, enabling participants to revisit previous questions and explore cited sources through expandable panels. This design makes PU Buddy fully usable even for individuals with minimal technical experience. The interface also supports live ingestion of uploaded documents, allowing rapid retraining of the assistant when new academic circulars or guidelines are released.
</a:t>
            </a:r>
          </a:p>
        </p:txBody>
      </p:sp>
      <p:sp>
        <p:nvSpPr>
          <p:cNvPr id="4" name="Slide Number Placeholder 3"/>
          <p:cNvSpPr>
            <a:spLocks noGrp="1"/>
          </p:cNvSpPr>
          <p:nvPr>
            <p:ph type="sldNum" sz="quarter" idx="5"/>
          </p:nvPr>
        </p:nvSpPr>
        <p:spPr/>
        <p:txBody>
          <a:bodyPr/>
          <a:lstStyle/>
          <a:p>
            <a:fld id="{4F91E0FC-F13D-492C-8811-D677A90CAE5E}" type="slidenum">
              <a:t>21</a:t>
            </a:fld>
            <a:endParaRPr lang="en-US"/>
          </a:p>
        </p:txBody>
      </p:sp>
    </p:spTree>
    <p:extLst>
      <p:ext uri="{BB962C8B-B14F-4D97-AF65-F5344CB8AC3E}">
        <p14:creationId xmlns:p14="http://schemas.microsoft.com/office/powerpoint/2010/main" val="326195490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https://in-prod.asyncgw.teams.microsoft.com/v1/objects/0-sin-d1-5b6c9101aeda0dfde24ddb58e8ad023a/views/original/PU_Buddy_RAG_Implementation_Guide.docx
Running Locally or with Docker
</a:t>
            </a:r>
          </a:p>
        </p:txBody>
      </p:sp>
      <p:sp>
        <p:nvSpPr>
          <p:cNvPr id="4" name="Slide Number Placeholder 3"/>
          <p:cNvSpPr>
            <a:spLocks noGrp="1"/>
          </p:cNvSpPr>
          <p:nvPr>
            <p:ph type="sldNum" sz="quarter" idx="5"/>
          </p:nvPr>
        </p:nvSpPr>
        <p:spPr/>
        <p:txBody>
          <a:bodyPr/>
          <a:lstStyle/>
          <a:p>
            <a:fld id="{4F91E0FC-F13D-492C-8811-D677A90CAE5E}" type="slidenum">
              <a:t>22</a:t>
            </a:fld>
            <a:endParaRPr lang="en-US"/>
          </a:p>
        </p:txBody>
      </p:sp>
    </p:spTree>
    <p:extLst>
      <p:ext uri="{BB962C8B-B14F-4D97-AF65-F5344CB8AC3E}">
        <p14:creationId xmlns:p14="http://schemas.microsoft.com/office/powerpoint/2010/main" val="64329116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https://in-prod.asyncgw.teams.microsoft.com/v1/objects/0-sin-d1-5b6c9101aeda0dfde24ddb58e8ad023a/views/original/PU_Buddy_RAG_Implementation_Guide.docx
PU Buddy can be deployed in two straightforward ways: via Docker Compose or through a native Python environment. The Docker deployment bundles the Streamlit app and the LLM server (through Ollama) into coordinated containers, simplifying installation and ensuring consistent performance across systems. This method is recommended for production‑grade usage in institutional settings. Alternatively, users can operate PU Buddy locally by installing Python dependencies, running the ingestion script, and launching the Streamlit interface manually. In both cases, the solution operates entirely offline, requires no API keys, and maintains complete privacy for institutional data. These deployment options make PU Buddy extremely flexible, able to run on personal laptops, departmental servers, or institution-wide clusters with minimal configuration.
</a:t>
            </a:r>
          </a:p>
        </p:txBody>
      </p:sp>
      <p:sp>
        <p:nvSpPr>
          <p:cNvPr id="4" name="Slide Number Placeholder 3"/>
          <p:cNvSpPr>
            <a:spLocks noGrp="1"/>
          </p:cNvSpPr>
          <p:nvPr>
            <p:ph type="sldNum" sz="quarter" idx="5"/>
          </p:nvPr>
        </p:nvSpPr>
        <p:spPr/>
        <p:txBody>
          <a:bodyPr/>
          <a:lstStyle/>
          <a:p>
            <a:fld id="{4F91E0FC-F13D-492C-8811-D677A90CAE5E}" type="slidenum">
              <a:t>23</a:t>
            </a:fld>
            <a:endParaRPr lang="en-US"/>
          </a:p>
        </p:txBody>
      </p:sp>
    </p:spTree>
    <p:extLst>
      <p:ext uri="{BB962C8B-B14F-4D97-AF65-F5344CB8AC3E}">
        <p14:creationId xmlns:p14="http://schemas.microsoft.com/office/powerpoint/2010/main" val="394670143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https://sphinxcoretechllp11-my.sharepoint.com/personal/maharshi_sphinxcoretech_com/_layouts/15/Doc.aspx?sourcedoc=%7B94A8C226-C5DE-4F66-BF79-A2D8194DE919%7D&amp;file=rudra%20patel%20200345305018%20Internship_ppt.pptx&amp;action=edit&amp;mobileredirect=true
Potential Enhancements
</a:t>
            </a:r>
          </a:p>
        </p:txBody>
      </p:sp>
      <p:sp>
        <p:nvSpPr>
          <p:cNvPr id="4" name="Slide Number Placeholder 3"/>
          <p:cNvSpPr>
            <a:spLocks noGrp="1"/>
          </p:cNvSpPr>
          <p:nvPr>
            <p:ph type="sldNum" sz="quarter" idx="5"/>
          </p:nvPr>
        </p:nvSpPr>
        <p:spPr/>
        <p:txBody>
          <a:bodyPr/>
          <a:lstStyle/>
          <a:p>
            <a:fld id="{4F91E0FC-F13D-492C-8811-D677A90CAE5E}" type="slidenum">
              <a:t>24</a:t>
            </a:fld>
            <a:endParaRPr lang="en-US"/>
          </a:p>
        </p:txBody>
      </p:sp>
    </p:spTree>
    <p:extLst>
      <p:ext uri="{BB962C8B-B14F-4D97-AF65-F5344CB8AC3E}">
        <p14:creationId xmlns:p14="http://schemas.microsoft.com/office/powerpoint/2010/main" val="84730808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https://sphinxcoretechllp11-my.sharepoint.com/personal/maharshi_sphinxcoretech_com/_layouts/15/Doc.aspx?sourcedoc=%7B94A8C226-C5DE-4F66-BF79-A2D8194DE919%7D&amp;file=rudra%20patel%20200345305018%20Internship_ppt.pptx&amp;action=edit&amp;mobileredirect=true
The modular and open-source nature of PU Buddy allows for extensive future enhancements. Voice-based interaction can be integrated using local speech-to-text engines for kiosk-based deployments or accessibility features. A mobile companion app could extend the assistant’s usability to smartphones, enabling students to access critical information on the go. Advanced analytics dashboards could help university administrators understand common student concerns and optimize service delivery. ERP integration would allow PU Buddy to fetch real-time data such as attendance, grades, or fee payment status. Multilingual support could enable the system to serve linguistic-diverse academic communities more effectively. These expansions would further elevate PU Buddy’s value as a comprehensive university automation tool.
</a:t>
            </a:r>
          </a:p>
        </p:txBody>
      </p:sp>
      <p:sp>
        <p:nvSpPr>
          <p:cNvPr id="4" name="Slide Number Placeholder 3"/>
          <p:cNvSpPr>
            <a:spLocks noGrp="1"/>
          </p:cNvSpPr>
          <p:nvPr>
            <p:ph type="sldNum" sz="quarter" idx="5"/>
          </p:nvPr>
        </p:nvSpPr>
        <p:spPr/>
        <p:txBody>
          <a:bodyPr/>
          <a:lstStyle/>
          <a:p>
            <a:fld id="{4F91E0FC-F13D-492C-8811-D677A90CAE5E}" type="slidenum">
              <a:t>25</a:t>
            </a:fld>
            <a:endParaRPr lang="en-US"/>
          </a:p>
        </p:txBody>
      </p:sp>
    </p:spTree>
    <p:extLst>
      <p:ext uri="{BB962C8B-B14F-4D97-AF65-F5344CB8AC3E}">
        <p14:creationId xmlns:p14="http://schemas.microsoft.com/office/powerpoint/2010/main" val="226674201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sphinxcoretechllp11-my.sharepoint.com/personal/maharshi_sphinxcoretech_com/_layouts/15/Doc.aspx?sourcedoc=%7B94A8C226-C5DE-4F66-BF79-A2D8194DE919%7D&amp;file=rudra%20patel%20200345305018%20Internship_ppt.pptx&amp;action=edit&amp;mobileredirect=true,https://in-prod.asyncgw.teams.microsoft.com/v1/objects/0-sin-d1-5b6c9101aeda0dfde24ddb58e8ad023a/views/original/PU_Buddy_RAG_Implementation_Guide.docx
Final Summary
</a:t>
            </a:r>
          </a:p>
        </p:txBody>
      </p:sp>
      <p:sp>
        <p:nvSpPr>
          <p:cNvPr id="4" name="Slide Number Placeholder 3"/>
          <p:cNvSpPr>
            <a:spLocks noGrp="1"/>
          </p:cNvSpPr>
          <p:nvPr>
            <p:ph type="sldNum" sz="quarter" idx="5"/>
          </p:nvPr>
        </p:nvSpPr>
        <p:spPr/>
        <p:txBody>
          <a:bodyPr/>
          <a:lstStyle/>
          <a:p>
            <a:fld id="{4F91E0FC-F13D-492C-8811-D677A90CAE5E}" type="slidenum">
              <a:t>26</a:t>
            </a:fld>
            <a:endParaRPr lang="en-US"/>
          </a:p>
        </p:txBody>
      </p:sp>
    </p:spTree>
    <p:extLst>
      <p:ext uri="{BB962C8B-B14F-4D97-AF65-F5344CB8AC3E}">
        <p14:creationId xmlns:p14="http://schemas.microsoft.com/office/powerpoint/2010/main" val="61968399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sphinxcoretechllp11-my.sharepoint.com/personal/maharshi_sphinxcoretech_com/_layouts/15/Doc.aspx?sourcedoc=%7B94A8C226-C5DE-4F66-BF79-A2D8194DE919%7D&amp;file=rudra%20patel%20200345305018%20Internship_ppt.pptx&amp;action=edit&amp;mobileredirect=true,https://in-prod.asyncgw.teams.microsoft.com/v1/objects/0-sin-d1-5b6c9101aeda0dfde24ddb58e8ad023a/views/original/PU_Buddy_RAG_Implementation_Guide.docx
PU Buddy represents a powerful fusion of Retrieval-Augmented Generation, local large language models, and open‑source engineering to meet modern university needs. By centralizing institutional knowledge, providing instant and accurate responses, and operating entirely offline, it sets a new benchmark for privacy‑preserving academic automation. The system is cost‑free, fully customizable, and scalable, allowing Parul University to adapt it across multiple departments and use cases. With its strong technical foundation and clear roadmap for future enhancements, PU Buddy stands as a model project for AI-driven information assistance in educational institutions.
</a:t>
            </a:r>
          </a:p>
        </p:txBody>
      </p:sp>
      <p:sp>
        <p:nvSpPr>
          <p:cNvPr id="4" name="Slide Number Placeholder 3"/>
          <p:cNvSpPr>
            <a:spLocks noGrp="1"/>
          </p:cNvSpPr>
          <p:nvPr>
            <p:ph type="sldNum" sz="quarter" idx="5"/>
          </p:nvPr>
        </p:nvSpPr>
        <p:spPr/>
        <p:txBody>
          <a:bodyPr/>
          <a:lstStyle/>
          <a:p>
            <a:fld id="{4F91E0FC-F13D-492C-8811-D677A90CAE5E}" type="slidenum">
              <a:t>27</a:t>
            </a:fld>
            <a:endParaRPr lang="en-US"/>
          </a:p>
        </p:txBody>
      </p:sp>
    </p:spTree>
    <p:extLst>
      <p:ext uri="{BB962C8B-B14F-4D97-AF65-F5344CB8AC3E}">
        <p14:creationId xmlns:p14="http://schemas.microsoft.com/office/powerpoint/2010/main" val="140787739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9.jpe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0.jpe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with Picture">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0" y="4939257"/>
            <a:ext cx="5898630" cy="480373"/>
          </a:xfrm>
        </p:spPr>
        <p:txBody>
          <a:bodyPr vert="horz" lIns="91440" tIns="45720" rIns="91440" bIns="45720" rtlCol="0" anchor="t">
            <a:normAutofit/>
          </a:bodyPr>
          <a:lstStyle>
            <a:lvl1pPr>
              <a:defRPr lang="en-US" dirty="0"/>
            </a:lvl1pPr>
          </a:lstStyle>
          <a:p>
            <a:pPr lvl="0"/>
            <a:r>
              <a:rPr lang="en-US"/>
              <a:t>Click to edit Master subtitle style</a:t>
            </a:r>
          </a:p>
        </p:txBody>
      </p:sp>
      <p:sp>
        <p:nvSpPr>
          <p:cNvPr id="6" name="Picture Placeholder 10">
            <a:extLst>
              <a:ext uri="{FF2B5EF4-FFF2-40B4-BE49-F238E27FC236}">
                <a16:creationId xmlns:a16="http://schemas.microsoft.com/office/drawing/2014/main" id="{C58F7861-05FC-CC70-0C94-F3BAE39E54EB}"/>
              </a:ext>
            </a:extLst>
          </p:cNvPr>
          <p:cNvSpPr>
            <a:spLocks noGrp="1"/>
          </p:cNvSpPr>
          <p:nvPr>
            <p:ph type="pic" sz="quarter" idx="13" hasCustomPrompt="1"/>
          </p:nvPr>
        </p:nvSpPr>
        <p:spPr>
          <a:xfrm>
            <a:off x="0" y="-1"/>
            <a:ext cx="12192000" cy="4784036"/>
          </a:xfrm>
          <a:blipFill>
            <a:blip r:embed="rId2">
              <a:alphaModFix amt="70000"/>
            </a:blip>
            <a:stretch>
              <a:fillRect/>
            </a:stretch>
          </a:blipFill>
        </p:spPr>
        <p:txBody>
          <a:bodyPr/>
          <a:lstStyle>
            <a:lvl1pPr>
              <a:defRPr/>
            </a:lvl1pPr>
          </a:lstStyle>
          <a:p>
            <a:r>
              <a:rPr lang="en-US"/>
              <a:t> </a:t>
            </a:r>
          </a:p>
        </p:txBody>
      </p:sp>
      <p:sp>
        <p:nvSpPr>
          <p:cNvPr id="5" name="Footer Placeholder 4">
            <a:extLst>
              <a:ext uri="{FF2B5EF4-FFF2-40B4-BE49-F238E27FC236}">
                <a16:creationId xmlns:a16="http://schemas.microsoft.com/office/drawing/2014/main" id="{FDEC7B0B-C375-9D64-1424-3B07B71AF1FE}"/>
              </a:ext>
            </a:extLst>
          </p:cNvPr>
          <p:cNvSpPr>
            <a:spLocks noGrp="1"/>
          </p:cNvSpPr>
          <p:nvPr>
            <p:ph type="ftr" sz="quarter" idx="15"/>
          </p:nvPr>
        </p:nvSpPr>
        <p:spPr>
          <a:xfrm>
            <a:off x="6205927" y="4939715"/>
            <a:ext cx="4420031" cy="479458"/>
          </a:xfrm>
        </p:spPr>
        <p:txBody>
          <a:bodyPr anchor="t"/>
          <a:lstStyle>
            <a:lvl1pPr>
              <a:defRPr sz="1400"/>
            </a:lvl1pPr>
          </a:lstStyle>
          <a:p>
            <a:r>
              <a:rPr lang="en-US"/>
              <a:t>Sample footer text</a:t>
            </a:r>
          </a:p>
        </p:txBody>
      </p:sp>
      <p:sp>
        <p:nvSpPr>
          <p:cNvPr id="8" name="Slide Number Placeholder 7">
            <a:extLst>
              <a:ext uri="{FF2B5EF4-FFF2-40B4-BE49-F238E27FC236}">
                <a16:creationId xmlns:a16="http://schemas.microsoft.com/office/drawing/2014/main" id="{A9117021-C08A-0E4F-5F64-FC1A870E4815}"/>
              </a:ext>
            </a:extLst>
          </p:cNvPr>
          <p:cNvSpPr>
            <a:spLocks noGrp="1"/>
          </p:cNvSpPr>
          <p:nvPr>
            <p:ph type="sldNum" sz="quarter" idx="16"/>
          </p:nvPr>
        </p:nvSpPr>
        <p:spPr>
          <a:xfrm>
            <a:off x="11762792" y="4939257"/>
            <a:ext cx="429207" cy="365125"/>
          </a:xfrm>
        </p:spPr>
        <p:txBody>
          <a:bodyPr/>
          <a:lstStyle/>
          <a:p>
            <a:fld id="{CC057153-B650-4DEB-B370-79DDCFDCE934}" type="slidenum">
              <a:rPr lang="en-US" smtClean="0"/>
              <a:pPr/>
              <a:t>‹#›</a:t>
            </a:fld>
            <a:endParaRPr lang="en-US"/>
          </a:p>
        </p:txBody>
      </p:sp>
      <p:pic>
        <p:nvPicPr>
          <p:cNvPr id="12" name="Graphic 11">
            <a:extLst>
              <a:ext uri="{FF2B5EF4-FFF2-40B4-BE49-F238E27FC236}">
                <a16:creationId xmlns:a16="http://schemas.microsoft.com/office/drawing/2014/main" id="{9001D668-DD9C-F5B4-B191-51BDD0B30825}"/>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1103035" y="5873424"/>
            <a:ext cx="1005840" cy="1005840"/>
          </a:xfrm>
          <a:prstGeom prst="rect">
            <a:avLst/>
          </a:prstGeom>
        </p:spPr>
      </p:pic>
      <p:sp>
        <p:nvSpPr>
          <p:cNvPr id="4" name="Title 3">
            <a:extLst>
              <a:ext uri="{FF2B5EF4-FFF2-40B4-BE49-F238E27FC236}">
                <a16:creationId xmlns:a16="http://schemas.microsoft.com/office/drawing/2014/main" id="{009A08CF-24F0-EC7D-277D-CB831E7E7930}"/>
              </a:ext>
            </a:extLst>
          </p:cNvPr>
          <p:cNvSpPr>
            <a:spLocks noGrp="1"/>
          </p:cNvSpPr>
          <p:nvPr>
            <p:ph type="title"/>
          </p:nvPr>
        </p:nvSpPr>
        <p:spPr>
          <a:xfrm>
            <a:off x="-19847" y="5718869"/>
            <a:ext cx="5916168" cy="1143000"/>
          </a:xfrm>
        </p:spPr>
        <p:txBody>
          <a:bodyPr anchor="b">
            <a:normAutofit/>
          </a:bodyPr>
          <a:lstStyle>
            <a:lvl1pPr>
              <a:lnSpc>
                <a:spcPct val="60000"/>
              </a:lnSpc>
              <a:defRPr sz="5200"/>
            </a:lvl1pPr>
          </a:lstStyle>
          <a:p>
            <a:r>
              <a:rPr lang="en-US"/>
              <a:t>Click to edit Master title style</a:t>
            </a:r>
          </a:p>
        </p:txBody>
      </p:sp>
    </p:spTree>
    <p:extLst>
      <p:ext uri="{BB962C8B-B14F-4D97-AF65-F5344CB8AC3E}">
        <p14:creationId xmlns:p14="http://schemas.microsoft.com/office/powerpoint/2010/main" val="41446847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B406F310-2B8D-3C32-560C-686817E6B487}"/>
              </a:ext>
            </a:extLst>
          </p:cNvPr>
          <p:cNvSpPr>
            <a:spLocks noGrp="1"/>
          </p:cNvSpPr>
          <p:nvPr>
            <p:ph type="title"/>
          </p:nvPr>
        </p:nvSpPr>
        <p:spPr>
          <a:xfrm>
            <a:off x="516249" y="1012175"/>
            <a:ext cx="11113008" cy="849793"/>
          </a:xfrm>
        </p:spPr>
        <p:txBody>
          <a:bodyPr/>
          <a:lstStyle/>
          <a:p>
            <a:r>
              <a:rPr lang="en-US"/>
              <a:t>Click to edit Master title style</a:t>
            </a:r>
          </a:p>
        </p:txBody>
      </p:sp>
      <p:sp>
        <p:nvSpPr>
          <p:cNvPr id="7" name="Footer Placeholder 6">
            <a:extLst>
              <a:ext uri="{FF2B5EF4-FFF2-40B4-BE49-F238E27FC236}">
                <a16:creationId xmlns:a16="http://schemas.microsoft.com/office/drawing/2014/main" id="{64FD1A6D-2D8E-1FD1-C1AC-CB5E9D5A15CD}"/>
              </a:ext>
            </a:extLst>
          </p:cNvPr>
          <p:cNvSpPr>
            <a:spLocks noGrp="1"/>
          </p:cNvSpPr>
          <p:nvPr>
            <p:ph type="ftr" sz="quarter" idx="11"/>
          </p:nvPr>
        </p:nvSpPr>
        <p:spPr>
          <a:xfrm>
            <a:off x="542375" y="110364"/>
            <a:ext cx="5276852" cy="365125"/>
          </a:xfrm>
        </p:spPr>
        <p:txBody>
          <a:bodyPr/>
          <a:lstStyle/>
          <a:p>
            <a:r>
              <a:rPr lang="en-US"/>
              <a:t>Sample footer text</a:t>
            </a:r>
          </a:p>
        </p:txBody>
      </p:sp>
      <p:sp>
        <p:nvSpPr>
          <p:cNvPr id="2" name="Date Placeholder 1">
            <a:extLst>
              <a:ext uri="{FF2B5EF4-FFF2-40B4-BE49-F238E27FC236}">
                <a16:creationId xmlns:a16="http://schemas.microsoft.com/office/drawing/2014/main" id="{1FADE430-EE65-B675-F031-7651DE9D69AC}"/>
              </a:ext>
            </a:extLst>
          </p:cNvPr>
          <p:cNvSpPr>
            <a:spLocks noGrp="1"/>
          </p:cNvSpPr>
          <p:nvPr>
            <p:ph type="dt" sz="half" idx="10"/>
          </p:nvPr>
        </p:nvSpPr>
        <p:spPr/>
        <p:txBody>
          <a:bodyPr/>
          <a:lstStyle/>
          <a:p>
            <a:endParaRPr lang="en-US"/>
          </a:p>
        </p:txBody>
      </p:sp>
      <p:sp>
        <p:nvSpPr>
          <p:cNvPr id="9" name="Slide Number Placeholder 8">
            <a:extLst>
              <a:ext uri="{FF2B5EF4-FFF2-40B4-BE49-F238E27FC236}">
                <a16:creationId xmlns:a16="http://schemas.microsoft.com/office/drawing/2014/main" id="{27305BC9-1670-00D4-5A66-F52444DA9C94}"/>
              </a:ext>
            </a:extLst>
          </p:cNvPr>
          <p:cNvSpPr>
            <a:spLocks noGrp="1"/>
          </p:cNvSpPr>
          <p:nvPr>
            <p:ph type="sldNum" sz="quarter" idx="12"/>
          </p:nvPr>
        </p:nvSpPr>
        <p:spPr>
          <a:xfrm>
            <a:off x="11123959" y="104649"/>
            <a:ext cx="429207" cy="365125"/>
          </a:xfrm>
        </p:spPr>
        <p:txBody>
          <a:bodyPr/>
          <a:lstStyle/>
          <a:p>
            <a:fld id="{CC057153-B650-4DEB-B370-79DDCFDCE934}" type="slidenum">
              <a:rPr lang="en-US" smtClean="0"/>
              <a:pPr/>
              <a:t>‹#›</a:t>
            </a:fld>
            <a:endParaRPr lang="en-US"/>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539496" y="2115542"/>
            <a:ext cx="11013670" cy="44515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969278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with Picture 2">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94168" y="4751933"/>
            <a:ext cx="4206240" cy="1184585"/>
          </a:xfrm>
        </p:spPr>
        <p:txBody>
          <a:bodyPr vert="horz" lIns="91440" tIns="45720" rIns="91440" bIns="45720" rtlCol="0" anchor="t">
            <a:normAutofit/>
          </a:bodyPr>
          <a:lstStyle>
            <a:lvl1pPr>
              <a:defRPr lang="en-US" dirty="0"/>
            </a:lvl1pPr>
          </a:lstStyle>
          <a:p>
            <a:pPr lvl="0"/>
            <a:r>
              <a:rPr lang="en-US"/>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0" y="0"/>
            <a:ext cx="6096000" cy="6858000"/>
          </a:xfrm>
          <a:blipFill>
            <a:blip r:embed="rId2">
              <a:alphaModFix amt="70000"/>
            </a:blip>
            <a:stretch>
              <a:fillRect/>
            </a:stretch>
          </a:blipFill>
        </p:spPr>
        <p:txBody>
          <a:bodyPr/>
          <a:lstStyle>
            <a:lvl1pPr>
              <a:defRPr/>
            </a:lvl1pPr>
          </a:lstStyle>
          <a:p>
            <a:r>
              <a:rPr lang="en-US"/>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190488" y="125201"/>
            <a:ext cx="4846320" cy="365125"/>
          </a:xfrm>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762793" y="110364"/>
            <a:ext cx="429207" cy="365125"/>
          </a:xfrm>
        </p:spPr>
        <p:txBody>
          <a:bodyPr/>
          <a:lstStyle/>
          <a:p>
            <a:fld id="{CC057153-B650-4DEB-B370-79DDCFDCE934}" type="slidenum">
              <a:rPr lang="en-US" smtClean="0"/>
              <a:t>‹#›</a:t>
            </a:fld>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6190488" y="6396209"/>
            <a:ext cx="1707625" cy="365125"/>
          </a:xfrm>
        </p:spPr>
        <p:txBody>
          <a:bodyPr/>
          <a:lstStyle>
            <a:lvl1pPr>
              <a:defRPr>
                <a:solidFill>
                  <a:schemeClr val="tx1"/>
                </a:solidFill>
                <a:effectLst/>
              </a:defRPr>
            </a:lvl1pPr>
          </a:lstStyle>
          <a:p>
            <a:endParaRPr lang="en-US"/>
          </a:p>
        </p:txBody>
      </p:sp>
      <p:pic>
        <p:nvPicPr>
          <p:cNvPr id="9" name="Graphic 8">
            <a:extLst>
              <a:ext uri="{FF2B5EF4-FFF2-40B4-BE49-F238E27FC236}">
                <a16:creationId xmlns:a16="http://schemas.microsoft.com/office/drawing/2014/main" id="{9221942F-12C1-43E6-1BC0-1C947214AF92}"/>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1103035" y="5873424"/>
            <a:ext cx="1005840" cy="1005840"/>
          </a:xfrm>
          <a:prstGeom prst="rect">
            <a:avLst/>
          </a:prstGeom>
        </p:spPr>
      </p:pic>
      <p:sp>
        <p:nvSpPr>
          <p:cNvPr id="7" name="Title 6">
            <a:extLst>
              <a:ext uri="{FF2B5EF4-FFF2-40B4-BE49-F238E27FC236}">
                <a16:creationId xmlns:a16="http://schemas.microsoft.com/office/drawing/2014/main" id="{06F46891-762A-5114-969C-3BBE7880A8D4}"/>
              </a:ext>
            </a:extLst>
          </p:cNvPr>
          <p:cNvSpPr>
            <a:spLocks noGrp="1"/>
          </p:cNvSpPr>
          <p:nvPr>
            <p:ph type="title"/>
          </p:nvPr>
        </p:nvSpPr>
        <p:spPr>
          <a:xfrm>
            <a:off x="6150366" y="938046"/>
            <a:ext cx="4800600" cy="3666744"/>
          </a:xfrm>
        </p:spPr>
        <p:txBody>
          <a:bodyPr anchor="b"/>
          <a:lstStyle/>
          <a:p>
            <a:r>
              <a:rPr lang="en-US"/>
              <a:t>Click to edit Master title style</a:t>
            </a:r>
          </a:p>
        </p:txBody>
      </p:sp>
    </p:spTree>
    <p:extLst>
      <p:ext uri="{BB962C8B-B14F-4D97-AF65-F5344CB8AC3E}">
        <p14:creationId xmlns:p14="http://schemas.microsoft.com/office/powerpoint/2010/main" val="248580087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with Picture 3">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0" y="5457214"/>
            <a:ext cx="4206240" cy="1380744"/>
          </a:xfrm>
        </p:spPr>
        <p:txBody>
          <a:bodyPr vert="horz" lIns="91440" tIns="45720" rIns="91440" bIns="45720" rtlCol="0" anchor="b">
            <a:normAutofit/>
          </a:bodyPr>
          <a:lstStyle>
            <a:lvl1pPr>
              <a:defRPr lang="en-US" dirty="0"/>
            </a:lvl1pPr>
          </a:lstStyle>
          <a:p>
            <a:pPr lvl="0"/>
            <a:r>
              <a:rPr lang="en-US"/>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6096000" y="0"/>
            <a:ext cx="6096000" cy="6858000"/>
          </a:xfrm>
          <a:blipFill>
            <a:blip r:embed="rId2">
              <a:alphaModFix amt="70000"/>
            </a:blip>
            <a:stretch>
              <a:fillRect/>
            </a:stretch>
          </a:blipFill>
        </p:spPr>
        <p:txBody>
          <a:bodyPr/>
          <a:lstStyle>
            <a:lvl1pPr>
              <a:defRPr/>
            </a:lvl1pPr>
          </a:lstStyle>
          <a:p>
            <a:r>
              <a:rPr lang="en-US"/>
              <a:t> </a:t>
            </a:r>
          </a:p>
        </p:txBody>
      </p:sp>
      <p:sp>
        <p:nvSpPr>
          <p:cNvPr id="4" name="Title 3">
            <a:extLst>
              <a:ext uri="{FF2B5EF4-FFF2-40B4-BE49-F238E27FC236}">
                <a16:creationId xmlns:a16="http://schemas.microsoft.com/office/drawing/2014/main" id="{E9134185-2980-312E-60AF-F360D16FB9EB}"/>
              </a:ext>
            </a:extLst>
          </p:cNvPr>
          <p:cNvSpPr>
            <a:spLocks noGrp="1"/>
          </p:cNvSpPr>
          <p:nvPr>
            <p:ph type="title"/>
          </p:nvPr>
        </p:nvSpPr>
        <p:spPr>
          <a:xfrm>
            <a:off x="-18288" y="81290"/>
            <a:ext cx="4654296" cy="3739896"/>
          </a:xfrm>
        </p:spPr>
        <p:txBody>
          <a:bodyPr/>
          <a:lstStyle/>
          <a:p>
            <a:r>
              <a:rPr lang="en-US"/>
              <a:t>Click to edit Master title style</a:t>
            </a:r>
          </a:p>
        </p:txBody>
      </p:sp>
    </p:spTree>
    <p:extLst>
      <p:ext uri="{BB962C8B-B14F-4D97-AF65-F5344CB8AC3E}">
        <p14:creationId xmlns:p14="http://schemas.microsoft.com/office/powerpoint/2010/main" val="211059809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with Picture 4">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0" y="4184880"/>
            <a:ext cx="5086118" cy="480373"/>
          </a:xfrm>
        </p:spPr>
        <p:txBody>
          <a:bodyPr vert="horz" lIns="91440" tIns="45720" rIns="91440" bIns="45720" rtlCol="0" anchor="t">
            <a:normAutofit/>
          </a:bodyPr>
          <a:lstStyle>
            <a:lvl1pPr>
              <a:defRPr lang="en-US" dirty="0"/>
            </a:lvl1pPr>
          </a:lstStyle>
          <a:p>
            <a:pPr lvl="0"/>
            <a:r>
              <a:rPr lang="en-US"/>
              <a:t>Click to edit Master subtitle style</a:t>
            </a:r>
          </a:p>
        </p:txBody>
      </p:sp>
      <p:sp>
        <p:nvSpPr>
          <p:cNvPr id="6" name="Picture Placeholder 10">
            <a:extLst>
              <a:ext uri="{FF2B5EF4-FFF2-40B4-BE49-F238E27FC236}">
                <a16:creationId xmlns:a16="http://schemas.microsoft.com/office/drawing/2014/main" id="{C58F7861-05FC-CC70-0C94-F3BAE39E54EB}"/>
              </a:ext>
            </a:extLst>
          </p:cNvPr>
          <p:cNvSpPr>
            <a:spLocks noGrp="1"/>
          </p:cNvSpPr>
          <p:nvPr>
            <p:ph type="pic" sz="quarter" idx="13" hasCustomPrompt="1"/>
          </p:nvPr>
        </p:nvSpPr>
        <p:spPr>
          <a:xfrm>
            <a:off x="-1" y="0"/>
            <a:ext cx="12192000" cy="4000500"/>
          </a:xfrm>
          <a:blipFill>
            <a:blip r:embed="rId2">
              <a:alphaModFix amt="70000"/>
            </a:blip>
            <a:stretch>
              <a:fillRect/>
            </a:stretch>
          </a:blipFill>
        </p:spPr>
        <p:txBody>
          <a:bodyPr/>
          <a:lstStyle>
            <a:lvl1pPr>
              <a:defRPr/>
            </a:lvl1pPr>
          </a:lstStyle>
          <a:p>
            <a:r>
              <a:rPr lang="en-US"/>
              <a:t> </a:t>
            </a:r>
          </a:p>
        </p:txBody>
      </p:sp>
      <p:sp>
        <p:nvSpPr>
          <p:cNvPr id="5" name="Footer Placeholder 4">
            <a:extLst>
              <a:ext uri="{FF2B5EF4-FFF2-40B4-BE49-F238E27FC236}">
                <a16:creationId xmlns:a16="http://schemas.microsoft.com/office/drawing/2014/main" id="{FDEC7B0B-C375-9D64-1424-3B07B71AF1FE}"/>
              </a:ext>
            </a:extLst>
          </p:cNvPr>
          <p:cNvSpPr>
            <a:spLocks noGrp="1"/>
          </p:cNvSpPr>
          <p:nvPr>
            <p:ph type="ftr" sz="quarter" idx="15"/>
          </p:nvPr>
        </p:nvSpPr>
        <p:spPr>
          <a:xfrm>
            <a:off x="6191582" y="4172243"/>
            <a:ext cx="5303520" cy="479458"/>
          </a:xfrm>
        </p:spPr>
        <p:txBody>
          <a:bodyPr anchor="t"/>
          <a:lstStyle>
            <a:lvl1pPr>
              <a:defRPr sz="1400"/>
            </a:lvl1pPr>
          </a:lstStyle>
          <a:p>
            <a:r>
              <a:rPr lang="en-US"/>
              <a:t>Sample footer text</a:t>
            </a:r>
          </a:p>
        </p:txBody>
      </p:sp>
      <p:sp>
        <p:nvSpPr>
          <p:cNvPr id="8" name="Slide Number Placeholder 7">
            <a:extLst>
              <a:ext uri="{FF2B5EF4-FFF2-40B4-BE49-F238E27FC236}">
                <a16:creationId xmlns:a16="http://schemas.microsoft.com/office/drawing/2014/main" id="{A9117021-C08A-0E4F-5F64-FC1A870E4815}"/>
              </a:ext>
            </a:extLst>
          </p:cNvPr>
          <p:cNvSpPr>
            <a:spLocks noGrp="1"/>
          </p:cNvSpPr>
          <p:nvPr>
            <p:ph type="sldNum" sz="quarter" idx="16"/>
          </p:nvPr>
        </p:nvSpPr>
        <p:spPr>
          <a:xfrm>
            <a:off x="11755345" y="4184423"/>
            <a:ext cx="429207" cy="365125"/>
          </a:xfrm>
        </p:spPr>
        <p:txBody>
          <a:bodyPr/>
          <a:lstStyle/>
          <a:p>
            <a:fld id="{CC057153-B650-4DEB-B370-79DDCFDCE934}" type="slidenum">
              <a:rPr lang="en-US" smtClean="0"/>
              <a:pPr/>
              <a:t>‹#›</a:t>
            </a:fld>
            <a:endParaRPr lang="en-US"/>
          </a:p>
        </p:txBody>
      </p:sp>
      <p:pic>
        <p:nvPicPr>
          <p:cNvPr id="7" name="Graphic 6">
            <a:extLst>
              <a:ext uri="{FF2B5EF4-FFF2-40B4-BE49-F238E27FC236}">
                <a16:creationId xmlns:a16="http://schemas.microsoft.com/office/drawing/2014/main" id="{FD33A316-42C9-8448-EB08-1368837FA9DA}"/>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1103035" y="5873424"/>
            <a:ext cx="1005840" cy="1005840"/>
          </a:xfrm>
          <a:prstGeom prst="rect">
            <a:avLst/>
          </a:prstGeom>
        </p:spPr>
      </p:pic>
      <p:sp>
        <p:nvSpPr>
          <p:cNvPr id="4" name="Title 3">
            <a:extLst>
              <a:ext uri="{FF2B5EF4-FFF2-40B4-BE49-F238E27FC236}">
                <a16:creationId xmlns:a16="http://schemas.microsoft.com/office/drawing/2014/main" id="{C8013291-94C9-601A-D9FA-D16366A3942B}"/>
              </a:ext>
            </a:extLst>
          </p:cNvPr>
          <p:cNvSpPr>
            <a:spLocks noGrp="1"/>
          </p:cNvSpPr>
          <p:nvPr>
            <p:ph type="title"/>
          </p:nvPr>
        </p:nvSpPr>
        <p:spPr>
          <a:xfrm>
            <a:off x="-14991" y="5068752"/>
            <a:ext cx="10643616" cy="1810512"/>
          </a:xfrm>
        </p:spPr>
        <p:txBody>
          <a:bodyPr anchor="b"/>
          <a:lstStyle/>
          <a:p>
            <a:r>
              <a:rPr lang="en-US"/>
              <a:t>Click to edit Master title style</a:t>
            </a:r>
          </a:p>
        </p:txBody>
      </p:sp>
    </p:spTree>
    <p:extLst>
      <p:ext uri="{BB962C8B-B14F-4D97-AF65-F5344CB8AC3E}">
        <p14:creationId xmlns:p14="http://schemas.microsoft.com/office/powerpoint/2010/main" val="9826948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with Picture 5">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3960" y="5099828"/>
            <a:ext cx="11460480" cy="480373"/>
          </a:xfrm>
        </p:spPr>
        <p:txBody>
          <a:bodyPr vert="horz" lIns="91440" tIns="45720" rIns="91440" bIns="45720" rtlCol="0" anchor="t">
            <a:normAutofit/>
          </a:bodyPr>
          <a:lstStyle>
            <a:lvl1pPr>
              <a:defRPr lang="en-US" dirty="0"/>
            </a:lvl1pPr>
          </a:lstStyle>
          <a:p>
            <a:pPr lvl="0"/>
            <a:r>
              <a:rPr lang="en-US"/>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0" y="0"/>
            <a:ext cx="12191999" cy="4986425"/>
          </a:xfrm>
          <a:blipFill>
            <a:blip r:embed="rId2">
              <a:alphaModFix amt="70000"/>
            </a:blip>
            <a:stretch>
              <a:fillRect/>
            </a:stretch>
          </a:blipFill>
        </p:spPr>
        <p:txBody>
          <a:bodyPr/>
          <a:lstStyle>
            <a:lvl1pPr>
              <a:defRPr/>
            </a:lvl1pPr>
          </a:lstStyle>
          <a:p>
            <a:r>
              <a:rPr lang="en-US"/>
              <a:t> </a:t>
            </a:r>
          </a:p>
        </p:txBody>
      </p:sp>
      <p:sp>
        <p:nvSpPr>
          <p:cNvPr id="4" name="Title 3">
            <a:extLst>
              <a:ext uri="{FF2B5EF4-FFF2-40B4-BE49-F238E27FC236}">
                <a16:creationId xmlns:a16="http://schemas.microsoft.com/office/drawing/2014/main" id="{E8B41266-EC7F-757C-0428-09A71DE42488}"/>
              </a:ext>
            </a:extLst>
          </p:cNvPr>
          <p:cNvSpPr>
            <a:spLocks noGrp="1"/>
          </p:cNvSpPr>
          <p:nvPr>
            <p:ph type="title"/>
          </p:nvPr>
        </p:nvSpPr>
        <p:spPr>
          <a:xfrm>
            <a:off x="-16535" y="6124295"/>
            <a:ext cx="11457432" cy="786384"/>
          </a:xfrm>
        </p:spPr>
        <p:txBody>
          <a:bodyPr/>
          <a:lstStyle/>
          <a:p>
            <a:r>
              <a:rPr lang="en-US"/>
              <a:t>Click to edit Master title style</a:t>
            </a:r>
          </a:p>
        </p:txBody>
      </p:sp>
    </p:spTree>
    <p:extLst>
      <p:ext uri="{BB962C8B-B14F-4D97-AF65-F5344CB8AC3E}">
        <p14:creationId xmlns:p14="http://schemas.microsoft.com/office/powerpoint/2010/main" val="188466785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0" y="4752658"/>
            <a:ext cx="5906125" cy="2079019"/>
          </a:xfrm>
        </p:spPr>
        <p:txBody>
          <a:bodyPr vert="horz" lIns="91440" tIns="45720" rIns="91440" bIns="45720" rtlCol="0" anchor="b">
            <a:normAutofit/>
          </a:bodyPr>
          <a:lstStyle>
            <a:lvl1pPr>
              <a:defRPr lang="en-US" dirty="0"/>
            </a:lvl1pPr>
          </a:lstStyle>
          <a:p>
            <a:pPr lvl="0"/>
            <a:r>
              <a:rPr lang="en-US"/>
              <a:t>Click to edit Master subtitle style</a:t>
            </a:r>
          </a:p>
        </p:txBody>
      </p:sp>
      <p:pic>
        <p:nvPicPr>
          <p:cNvPr id="4" name="Graphic 3">
            <a:extLst>
              <a:ext uri="{FF2B5EF4-FFF2-40B4-BE49-F238E27FC236}">
                <a16:creationId xmlns:a16="http://schemas.microsoft.com/office/drawing/2014/main" id="{77511287-3255-FB23-428C-911FAD46A64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103035" y="5873424"/>
            <a:ext cx="1005840" cy="1005840"/>
          </a:xfrm>
          <a:prstGeom prst="rect">
            <a:avLst/>
          </a:prstGeom>
        </p:spPr>
      </p:pic>
      <p:sp>
        <p:nvSpPr>
          <p:cNvPr id="6" name="Footer Placeholder 5">
            <a:extLst>
              <a:ext uri="{FF2B5EF4-FFF2-40B4-BE49-F238E27FC236}">
                <a16:creationId xmlns:a16="http://schemas.microsoft.com/office/drawing/2014/main" id="{0A449A66-B9FA-B1A3-04A3-A26F172F2F2B}"/>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81B475A5-95F7-BE62-7ACD-C8EB9F445B79}"/>
              </a:ext>
            </a:extLst>
          </p:cNvPr>
          <p:cNvSpPr>
            <a:spLocks noGrp="1"/>
          </p:cNvSpPr>
          <p:nvPr>
            <p:ph type="dt" sz="half" idx="10"/>
          </p:nvPr>
        </p:nvSpPr>
        <p:spPr/>
        <p:txBody>
          <a:bodyPr/>
          <a:lstStyle/>
          <a:p>
            <a:endParaRPr lang="en-US"/>
          </a:p>
        </p:txBody>
      </p:sp>
      <p:sp>
        <p:nvSpPr>
          <p:cNvPr id="7" name="Slide Number Placeholder 6">
            <a:extLst>
              <a:ext uri="{FF2B5EF4-FFF2-40B4-BE49-F238E27FC236}">
                <a16:creationId xmlns:a16="http://schemas.microsoft.com/office/drawing/2014/main" id="{9462FDC2-EAB0-357A-89E6-3B3455DDB700}"/>
              </a:ext>
            </a:extLst>
          </p:cNvPr>
          <p:cNvSpPr>
            <a:spLocks noGrp="1"/>
          </p:cNvSpPr>
          <p:nvPr>
            <p:ph type="sldNum" sz="quarter" idx="12"/>
          </p:nvPr>
        </p:nvSpPr>
        <p:spPr/>
        <p:txBody>
          <a:bodyPr/>
          <a:lstStyle/>
          <a:p>
            <a:fld id="{CC057153-B650-4DEB-B370-79DDCFDCE934}" type="slidenum">
              <a:rPr lang="en-US" smtClean="0"/>
              <a:pPr/>
              <a:t>‹#›</a:t>
            </a:fld>
            <a:endParaRPr lang="en-US"/>
          </a:p>
        </p:txBody>
      </p:sp>
      <p:sp>
        <p:nvSpPr>
          <p:cNvPr id="8" name="Title 7">
            <a:extLst>
              <a:ext uri="{FF2B5EF4-FFF2-40B4-BE49-F238E27FC236}">
                <a16:creationId xmlns:a16="http://schemas.microsoft.com/office/drawing/2014/main" id="{492663F3-CF3C-4398-3DCD-2DA0F141BE51}"/>
              </a:ext>
            </a:extLst>
          </p:cNvPr>
          <p:cNvSpPr>
            <a:spLocks noGrp="1"/>
          </p:cNvSpPr>
          <p:nvPr>
            <p:ph type="title"/>
          </p:nvPr>
        </p:nvSpPr>
        <p:spPr>
          <a:xfrm>
            <a:off x="-18288" y="653544"/>
            <a:ext cx="8165592" cy="3694176"/>
          </a:xfrm>
        </p:spPr>
        <p:txBody>
          <a:bodyPr/>
          <a:lstStyle/>
          <a:p>
            <a:r>
              <a:rPr lang="en-US"/>
              <a:t>Click to edit Master title style</a:t>
            </a:r>
          </a:p>
        </p:txBody>
      </p:sp>
    </p:spTree>
    <p:extLst>
      <p:ext uri="{BB962C8B-B14F-4D97-AF65-F5344CB8AC3E}">
        <p14:creationId xmlns:p14="http://schemas.microsoft.com/office/powerpoint/2010/main" val="65745937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2">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 y="6174463"/>
            <a:ext cx="5891134" cy="654839"/>
          </a:xfrm>
        </p:spPr>
        <p:txBody>
          <a:bodyPr vert="horz" lIns="91440" tIns="45720" rIns="91440" bIns="45720" rtlCol="0" anchor="b">
            <a:normAutofit/>
          </a:bodyPr>
          <a:lstStyle>
            <a:lvl1pPr>
              <a:defRPr lang="en-US" dirty="0"/>
            </a:lvl1pPr>
          </a:lstStyle>
          <a:p>
            <a:pPr lvl="0"/>
            <a:r>
              <a:rPr lang="en-US"/>
              <a:t>Click to edit Master subtitle style</a:t>
            </a:r>
          </a:p>
        </p:txBody>
      </p:sp>
      <p:pic>
        <p:nvPicPr>
          <p:cNvPr id="7" name="Graphic 6">
            <a:extLst>
              <a:ext uri="{FF2B5EF4-FFF2-40B4-BE49-F238E27FC236}">
                <a16:creationId xmlns:a16="http://schemas.microsoft.com/office/drawing/2014/main" id="{D29E0058-93A2-5291-6ACA-A0430862664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103035" y="5873424"/>
            <a:ext cx="1005840" cy="1005840"/>
          </a:xfrm>
          <a:prstGeom prst="rect">
            <a:avLst/>
          </a:prstGeom>
        </p:spPr>
      </p:pic>
      <p:sp>
        <p:nvSpPr>
          <p:cNvPr id="5" name="Footer Placeholder 4">
            <a:extLst>
              <a:ext uri="{FF2B5EF4-FFF2-40B4-BE49-F238E27FC236}">
                <a16:creationId xmlns:a16="http://schemas.microsoft.com/office/drawing/2014/main" id="{AA3F14EE-EFB3-D2DC-CEAA-621D66627158}"/>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7D33E0DC-DE5C-286F-36BD-6985F4A6C3DB}"/>
              </a:ext>
            </a:extLst>
          </p:cNvPr>
          <p:cNvSpPr>
            <a:spLocks noGrp="1"/>
          </p:cNvSpPr>
          <p:nvPr>
            <p:ph type="dt" sz="half" idx="10"/>
          </p:nvPr>
        </p:nvSpPr>
        <p:spPr/>
        <p:txBody>
          <a:bodyPr/>
          <a:lstStyle/>
          <a:p>
            <a:endParaRPr lang="en-US"/>
          </a:p>
        </p:txBody>
      </p:sp>
      <p:sp>
        <p:nvSpPr>
          <p:cNvPr id="10" name="Slide Number Placeholder 9">
            <a:extLst>
              <a:ext uri="{FF2B5EF4-FFF2-40B4-BE49-F238E27FC236}">
                <a16:creationId xmlns:a16="http://schemas.microsoft.com/office/drawing/2014/main" id="{1207AF81-9CDB-689F-CE00-62257104ECAA}"/>
              </a:ext>
            </a:extLst>
          </p:cNvPr>
          <p:cNvSpPr>
            <a:spLocks noGrp="1"/>
          </p:cNvSpPr>
          <p:nvPr>
            <p:ph type="sldNum" sz="quarter" idx="12"/>
          </p:nvPr>
        </p:nvSpPr>
        <p:spPr/>
        <p:txBody>
          <a:bodyPr/>
          <a:lstStyle/>
          <a:p>
            <a:fld id="{CC057153-B650-4DEB-B370-79DDCFDCE934}" type="slidenum">
              <a:rPr lang="en-US" smtClean="0"/>
              <a:pPr/>
              <a:t>‹#›</a:t>
            </a:fld>
            <a:endParaRPr lang="en-US"/>
          </a:p>
        </p:txBody>
      </p:sp>
      <p:sp>
        <p:nvSpPr>
          <p:cNvPr id="6" name="Title 5">
            <a:extLst>
              <a:ext uri="{FF2B5EF4-FFF2-40B4-BE49-F238E27FC236}">
                <a16:creationId xmlns:a16="http://schemas.microsoft.com/office/drawing/2014/main" id="{570B1373-40A5-190F-BE9F-8FC310F7B0D2}"/>
              </a:ext>
            </a:extLst>
          </p:cNvPr>
          <p:cNvSpPr>
            <a:spLocks noGrp="1"/>
          </p:cNvSpPr>
          <p:nvPr>
            <p:ph type="title"/>
          </p:nvPr>
        </p:nvSpPr>
        <p:spPr>
          <a:xfrm>
            <a:off x="-18288" y="2159632"/>
            <a:ext cx="9683496" cy="3776472"/>
          </a:xfrm>
        </p:spPr>
        <p:txBody>
          <a:bodyPr anchor="b"/>
          <a:lstStyle/>
          <a:p>
            <a:r>
              <a:rPr lang="en-US"/>
              <a:t>Click to edit Master title style</a:t>
            </a:r>
          </a:p>
        </p:txBody>
      </p:sp>
    </p:spTree>
    <p:extLst>
      <p:ext uri="{BB962C8B-B14F-4D97-AF65-F5344CB8AC3E}">
        <p14:creationId xmlns:p14="http://schemas.microsoft.com/office/powerpoint/2010/main" val="345041230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3">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0" y="5413929"/>
            <a:ext cx="7588155" cy="1414091"/>
          </a:xfrm>
        </p:spPr>
        <p:txBody>
          <a:bodyPr vert="horz" lIns="91440" tIns="45720" rIns="91440" bIns="45720" rtlCol="0" anchor="b">
            <a:normAutofit/>
          </a:bodyPr>
          <a:lstStyle>
            <a:lvl1pPr marL="0" indent="0">
              <a:buFont typeface="Arial" panose="020B0604020202020204" pitchFamily="34" charset="0"/>
              <a:buNone/>
              <a:defRPr lang="en-US" dirty="0"/>
            </a:lvl1pPr>
          </a:lstStyle>
          <a:p>
            <a:pPr lvl="0"/>
            <a:r>
              <a:rPr lang="en-US"/>
              <a:t>Click to edit Master subtitle style</a:t>
            </a:r>
          </a:p>
        </p:txBody>
      </p:sp>
      <p:sp>
        <p:nvSpPr>
          <p:cNvPr id="10" name="Oval 9">
            <a:extLst>
              <a:ext uri="{FF2B5EF4-FFF2-40B4-BE49-F238E27FC236}">
                <a16:creationId xmlns:a16="http://schemas.microsoft.com/office/drawing/2014/main" id="{F309A28F-4055-D8A2-A5F1-0A8A00EEF037}"/>
              </a:ext>
            </a:extLst>
          </p:cNvPr>
          <p:cNvSpPr/>
          <p:nvPr userDrawn="1"/>
        </p:nvSpPr>
        <p:spPr>
          <a:xfrm>
            <a:off x="8519421" y="3176277"/>
            <a:ext cx="3557904" cy="3557904"/>
          </a:xfrm>
          <a:prstGeom prst="ellipse">
            <a:avLst/>
          </a:prstGeom>
          <a:noFill/>
          <a:ln w="158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DCF113E0-E5A8-C67B-4A72-3FFE6FC4B31D}"/>
              </a:ext>
            </a:extLst>
          </p:cNvPr>
          <p:cNvSpPr>
            <a:spLocks noGrp="1"/>
          </p:cNvSpPr>
          <p:nvPr>
            <p:ph type="title"/>
          </p:nvPr>
        </p:nvSpPr>
        <p:spPr>
          <a:xfrm>
            <a:off x="-18288" y="86344"/>
            <a:ext cx="12088368" cy="2414016"/>
          </a:xfrm>
        </p:spPr>
        <p:txBody>
          <a:bodyPr/>
          <a:lstStyle/>
          <a:p>
            <a:r>
              <a:rPr lang="en-US"/>
              <a:t>Click to edit Master title style</a:t>
            </a:r>
          </a:p>
        </p:txBody>
      </p:sp>
    </p:spTree>
    <p:extLst>
      <p:ext uri="{BB962C8B-B14F-4D97-AF65-F5344CB8AC3E}">
        <p14:creationId xmlns:p14="http://schemas.microsoft.com/office/powerpoint/2010/main" val="185579094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ection Header">
    <p:bg>
      <p:bgRef idx="1001">
        <a:schemeClr val="bg1"/>
      </p:bgRef>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54E7A70C-B49B-5779-BA11-88AE4939E04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377355" y="83125"/>
            <a:ext cx="731520" cy="731520"/>
          </a:xfrm>
          <a:prstGeom prst="rect">
            <a:avLst/>
          </a:prstGeom>
        </p:spPr>
      </p:pic>
      <p:sp>
        <p:nvSpPr>
          <p:cNvPr id="3" name="Title 2">
            <a:extLst>
              <a:ext uri="{FF2B5EF4-FFF2-40B4-BE49-F238E27FC236}">
                <a16:creationId xmlns:a16="http://schemas.microsoft.com/office/drawing/2014/main" id="{68197F50-0DC4-261A-813C-264E7361D716}"/>
              </a:ext>
            </a:extLst>
          </p:cNvPr>
          <p:cNvSpPr>
            <a:spLocks noGrp="1"/>
          </p:cNvSpPr>
          <p:nvPr>
            <p:ph type="title"/>
          </p:nvPr>
        </p:nvSpPr>
        <p:spPr>
          <a:xfrm>
            <a:off x="-18288" y="2184032"/>
            <a:ext cx="8074152" cy="4718304"/>
          </a:xfrm>
        </p:spPr>
        <p:txBody>
          <a:bodyPr anchor="b"/>
          <a:lstStyle/>
          <a:p>
            <a:r>
              <a:rPr lang="en-US"/>
              <a:t>Click to edit Master title style</a:t>
            </a:r>
          </a:p>
        </p:txBody>
      </p:sp>
    </p:spTree>
    <p:extLst>
      <p:ext uri="{BB962C8B-B14F-4D97-AF65-F5344CB8AC3E}">
        <p14:creationId xmlns:p14="http://schemas.microsoft.com/office/powerpoint/2010/main" val="97884022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ection Header 2">
    <p:bg>
      <p:bgRef idx="1001">
        <a:schemeClr val="bg1"/>
      </p:bgRef>
    </p:bg>
    <p:spTree>
      <p:nvGrpSpPr>
        <p:cNvPr id="1" name=""/>
        <p:cNvGrpSpPr/>
        <p:nvPr/>
      </p:nvGrpSpPr>
      <p:grpSpPr>
        <a:xfrm>
          <a:off x="0" y="0"/>
          <a:ext cx="0" cy="0"/>
          <a:chOff x="0" y="0"/>
          <a:chExt cx="0" cy="0"/>
        </a:xfrm>
      </p:grpSpPr>
      <p:sp>
        <p:nvSpPr>
          <p:cNvPr id="4" name="Oval 3">
            <a:extLst>
              <a:ext uri="{FF2B5EF4-FFF2-40B4-BE49-F238E27FC236}">
                <a16:creationId xmlns:a16="http://schemas.microsoft.com/office/drawing/2014/main" id="{BCCCA65C-AFE0-A9A2-0C8B-31E67D2A85BB}"/>
              </a:ext>
            </a:extLst>
          </p:cNvPr>
          <p:cNvSpPr/>
          <p:nvPr userDrawn="1"/>
        </p:nvSpPr>
        <p:spPr>
          <a:xfrm>
            <a:off x="8524369" y="3181282"/>
            <a:ext cx="3557904" cy="3557904"/>
          </a:xfrm>
          <a:prstGeom prst="ellipse">
            <a:avLst/>
          </a:prstGeom>
          <a:noFill/>
          <a:ln w="158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a:extLst>
              <a:ext uri="{FF2B5EF4-FFF2-40B4-BE49-F238E27FC236}">
                <a16:creationId xmlns:a16="http://schemas.microsoft.com/office/drawing/2014/main" id="{1216D578-6621-229F-0666-B010E16C3B3B}"/>
              </a:ext>
            </a:extLst>
          </p:cNvPr>
          <p:cNvSpPr>
            <a:spLocks noGrp="1"/>
          </p:cNvSpPr>
          <p:nvPr>
            <p:ph type="title"/>
          </p:nvPr>
        </p:nvSpPr>
        <p:spPr>
          <a:xfrm>
            <a:off x="-18288" y="82296"/>
            <a:ext cx="8211312" cy="4617720"/>
          </a:xfrm>
        </p:spPr>
        <p:txBody>
          <a:bodyPr/>
          <a:lstStyle/>
          <a:p>
            <a:r>
              <a:rPr lang="en-US"/>
              <a:t>Click to edit Master title style</a:t>
            </a:r>
          </a:p>
        </p:txBody>
      </p:sp>
    </p:spTree>
    <p:extLst>
      <p:ext uri="{BB962C8B-B14F-4D97-AF65-F5344CB8AC3E}">
        <p14:creationId xmlns:p14="http://schemas.microsoft.com/office/powerpoint/2010/main" val="2550350834"/>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ection Header 3">
    <p:bg>
      <p:bgRef idx="1001">
        <a:schemeClr val="bg1"/>
      </p:bgRef>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54E7A70C-B49B-5779-BA11-88AE4939E04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2700000">
            <a:off x="11224955" y="5974978"/>
            <a:ext cx="731520" cy="731520"/>
          </a:xfrm>
          <a:prstGeom prst="rect">
            <a:avLst/>
          </a:prstGeom>
        </p:spPr>
      </p:pic>
      <p:sp>
        <p:nvSpPr>
          <p:cNvPr id="3" name="Title 2">
            <a:extLst>
              <a:ext uri="{FF2B5EF4-FFF2-40B4-BE49-F238E27FC236}">
                <a16:creationId xmlns:a16="http://schemas.microsoft.com/office/drawing/2014/main" id="{044BC08E-4798-95B0-A060-4AF1C14C4C64}"/>
              </a:ext>
            </a:extLst>
          </p:cNvPr>
          <p:cNvSpPr>
            <a:spLocks noGrp="1"/>
          </p:cNvSpPr>
          <p:nvPr>
            <p:ph type="title"/>
          </p:nvPr>
        </p:nvSpPr>
        <p:spPr>
          <a:xfrm>
            <a:off x="0" y="2139696"/>
            <a:ext cx="8071011" cy="4718304"/>
          </a:xfrm>
        </p:spPr>
        <p:txBody>
          <a:bodyPr anchor="b"/>
          <a:lstStyle/>
          <a:p>
            <a:r>
              <a:rPr lang="en-US"/>
              <a:t>Click to edit Master title style</a:t>
            </a:r>
          </a:p>
        </p:txBody>
      </p:sp>
    </p:spTree>
    <p:extLst>
      <p:ext uri="{BB962C8B-B14F-4D97-AF65-F5344CB8AC3E}">
        <p14:creationId xmlns:p14="http://schemas.microsoft.com/office/powerpoint/2010/main" val="252875247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18288" y="82296"/>
            <a:ext cx="8139659" cy="1554480"/>
          </a:xfrm>
        </p:spPr>
        <p:txBody>
          <a:bodyPr anchor="t">
            <a:normAutofit/>
          </a:bodyPr>
          <a:lstStyle>
            <a:lvl1pPr>
              <a:defRPr sz="5600"/>
            </a:lvl1pPr>
          </a:lstStyle>
          <a:p>
            <a:r>
              <a:rPr lang="en-US"/>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1" y="1896472"/>
            <a:ext cx="8139660" cy="3557904"/>
          </a:xfrm>
        </p:spPr>
        <p:txBody>
          <a:bodyPr>
            <a:normAutofit/>
          </a:bodyPr>
          <a:lstStyle>
            <a:lvl1pPr marL="342900" indent="-342900">
              <a:buFont typeface="+mj-lt"/>
              <a:buAutoNum type="arabicPeriod"/>
              <a:defRPr sz="1400"/>
            </a:lvl1pPr>
            <a:lvl2pPr marL="571500" indent="-342900">
              <a:buFont typeface="+mj-lt"/>
              <a:buAutoNum type="arabicPeriod"/>
              <a:defRPr sz="1400"/>
            </a:lvl2pPr>
            <a:lvl3pPr marL="800100" indent="-342900">
              <a:buFont typeface="+mj-lt"/>
              <a:buAutoNum type="arabicPeriod"/>
              <a:defRPr sz="1400"/>
            </a:lvl3pPr>
            <a:lvl4pPr marL="1028700" indent="-342900">
              <a:buFont typeface="+mj-lt"/>
              <a:buAutoNum type="arabicPeriod"/>
              <a:defRPr sz="1400"/>
            </a:lvl4pPr>
            <a:lvl5pPr marL="1257300" indent="-342900">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Oval 7">
            <a:extLst>
              <a:ext uri="{FF2B5EF4-FFF2-40B4-BE49-F238E27FC236}">
                <a16:creationId xmlns:a16="http://schemas.microsoft.com/office/drawing/2014/main" id="{175C8E38-E957-9E3C-9A05-717C0F009AB9}"/>
              </a:ext>
            </a:extLst>
          </p:cNvPr>
          <p:cNvSpPr/>
          <p:nvPr userDrawn="1"/>
        </p:nvSpPr>
        <p:spPr>
          <a:xfrm>
            <a:off x="8552512" y="3218512"/>
            <a:ext cx="3557904" cy="3557904"/>
          </a:xfrm>
          <a:prstGeom prst="ellipse">
            <a:avLst/>
          </a:prstGeom>
          <a:noFill/>
          <a:ln w="158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Slide Number Placeholder 5">
            <a:extLst>
              <a:ext uri="{FF2B5EF4-FFF2-40B4-BE49-F238E27FC236}">
                <a16:creationId xmlns:a16="http://schemas.microsoft.com/office/drawing/2014/main" id="{01E193C2-09EC-BB41-5A34-007D34EB8B49}"/>
              </a:ext>
            </a:extLst>
          </p:cNvPr>
          <p:cNvSpPr>
            <a:spLocks noGrp="1"/>
          </p:cNvSpPr>
          <p:nvPr>
            <p:ph type="sldNum" sz="quarter" idx="12"/>
          </p:nvPr>
        </p:nvSpPr>
        <p:spPr>
          <a:xfrm>
            <a:off x="11762793" y="100701"/>
            <a:ext cx="429207" cy="365125"/>
          </a:xfrm>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94682740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Agenda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18288" y="82296"/>
            <a:ext cx="5898630" cy="1628639"/>
          </a:xfrm>
        </p:spPr>
        <p:txBody>
          <a:bodyPr anchor="t">
            <a:normAutofit/>
          </a:bodyPr>
          <a:lstStyle>
            <a:lvl1pPr>
              <a:defRPr sz="5600"/>
            </a:lvl1pPr>
          </a:lstStyle>
          <a:p>
            <a:r>
              <a:rPr lang="en-US"/>
              <a:t>Click to edit Master title style</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6190488" y="118818"/>
            <a:ext cx="5275973" cy="365125"/>
          </a:xfrm>
        </p:spPr>
        <p:txBody>
          <a:bodyPr/>
          <a:lstStyle/>
          <a:p>
            <a:r>
              <a:rPr lang="en-US"/>
              <a:t>Sample footer text</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1762793" y="110219"/>
            <a:ext cx="429207" cy="365125"/>
          </a:xfrm>
        </p:spPr>
        <p:txBody>
          <a:bodyPr/>
          <a:lstStyle/>
          <a:p>
            <a:fld id="{CC057153-B650-4DEB-B370-79DDCFDCE934}" type="slidenum">
              <a:rPr lang="en-US" smtClean="0"/>
              <a:t>‹#›</a:t>
            </a:fld>
            <a:endParaRPr lang="en-US"/>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190488" y="2577705"/>
            <a:ext cx="5895668" cy="4266084"/>
          </a:xfrm>
        </p:spPr>
        <p:txBody>
          <a:bodyPr anchor="b">
            <a:normAutofit/>
          </a:bodyPr>
          <a:lstStyle>
            <a:lvl1pPr marL="342900" indent="-342900">
              <a:buFont typeface="+mj-lt"/>
              <a:buAutoNum type="arabicPeriod"/>
              <a:defRPr sz="1400"/>
            </a:lvl1pPr>
            <a:lvl2pPr marL="571500" indent="-342900">
              <a:buFont typeface="+mj-lt"/>
              <a:buAutoNum type="arabicPeriod"/>
              <a:defRPr sz="1400"/>
            </a:lvl2pPr>
            <a:lvl3pPr marL="800100" indent="-342900">
              <a:buFont typeface="+mj-lt"/>
              <a:buAutoNum type="arabicPeriod"/>
              <a:defRPr sz="1400"/>
            </a:lvl3pPr>
            <a:lvl4pPr marL="1028700" indent="-342900">
              <a:buFont typeface="+mj-lt"/>
              <a:buAutoNum type="arabicPeriod"/>
              <a:defRPr sz="1400"/>
            </a:lvl4pPr>
            <a:lvl5pPr marL="1257300" indent="-342900">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3" name="Graphic 2">
            <a:extLst>
              <a:ext uri="{FF2B5EF4-FFF2-40B4-BE49-F238E27FC236}">
                <a16:creationId xmlns:a16="http://schemas.microsoft.com/office/drawing/2014/main" id="{2229A90D-5A73-BC75-5D99-5E652EA0F3C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5464" y="5857382"/>
            <a:ext cx="1005840" cy="1005840"/>
          </a:xfrm>
          <a:prstGeom prst="rect">
            <a:avLst/>
          </a:prstGeom>
        </p:spPr>
      </p:pic>
    </p:spTree>
    <p:extLst>
      <p:ext uri="{BB962C8B-B14F-4D97-AF65-F5344CB8AC3E}">
        <p14:creationId xmlns:p14="http://schemas.microsoft.com/office/powerpoint/2010/main" val="151300965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166396" y="621792"/>
            <a:ext cx="5386715" cy="1816898"/>
          </a:xfrm>
        </p:spPr>
        <p:txBody>
          <a:bodyPr anchor="t">
            <a:noAutofit/>
          </a:bodyPr>
          <a:lstStyle>
            <a:lvl1pPr>
              <a:defRPr sz="5600"/>
            </a:lvl1pPr>
          </a:lstStyle>
          <a:p>
            <a:r>
              <a:rPr lang="en-US"/>
              <a:t>Click to edit Master title style</a:t>
            </a:r>
          </a:p>
        </p:txBody>
      </p:sp>
      <p:sp>
        <p:nvSpPr>
          <p:cNvPr id="8" name="Picture Placeholder 7">
            <a:extLst>
              <a:ext uri="{FF2B5EF4-FFF2-40B4-BE49-F238E27FC236}">
                <a16:creationId xmlns:a16="http://schemas.microsoft.com/office/drawing/2014/main" id="{9AC20259-235D-F9C3-3788-C1457976F5AC}"/>
              </a:ext>
            </a:extLst>
          </p:cNvPr>
          <p:cNvSpPr>
            <a:spLocks noGrp="1"/>
          </p:cNvSpPr>
          <p:nvPr>
            <p:ph type="pic" sz="quarter" idx="14" hasCustomPrompt="1"/>
          </p:nvPr>
        </p:nvSpPr>
        <p:spPr>
          <a:xfrm>
            <a:off x="0" y="0"/>
            <a:ext cx="5906642" cy="6858000"/>
          </a:xfrm>
          <a:blipFill>
            <a:blip r:embed="rId2">
              <a:alphaModFix amt="70000"/>
            </a:blip>
            <a:stretch>
              <a:fillRect/>
            </a:stretch>
          </a:blipFill>
        </p:spPr>
        <p:txBody>
          <a:bodyPr/>
          <a:lstStyle>
            <a:lvl1pPr>
              <a:defRPr/>
            </a:lvl1pPr>
          </a:lstStyle>
          <a:p>
            <a:r>
              <a:rPr lang="en-US"/>
              <a:t> </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6190488" y="110364"/>
            <a:ext cx="5349239" cy="365125"/>
          </a:xfrm>
        </p:spPr>
        <p:txBody>
          <a:bodyPr/>
          <a:lstStyle/>
          <a:p>
            <a:r>
              <a:rPr lang="en-US"/>
              <a:t>Sample footer text</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1762793" y="110364"/>
            <a:ext cx="429207" cy="365125"/>
          </a:xfrm>
        </p:spPr>
        <p:txBody>
          <a:bodyPr/>
          <a:lstStyle/>
          <a:p>
            <a:fld id="{CC057153-B650-4DEB-B370-79DDCFDCE934}" type="slidenum">
              <a:rPr lang="en-US" smtClean="0"/>
              <a:t>‹#›</a:t>
            </a:fld>
            <a:endParaRPr lang="en-US"/>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190488" y="2740228"/>
            <a:ext cx="5906642" cy="4096512"/>
          </a:xfrm>
        </p:spPr>
        <p:txBody>
          <a:bodyPr anchor="b">
            <a:normAutofit/>
          </a:bodyPr>
          <a:lstStyle>
            <a:lvl1pPr marL="342900" indent="-342900">
              <a:buFont typeface="+mj-lt"/>
              <a:buAutoNum type="arabicPeriod"/>
              <a:defRPr sz="1400"/>
            </a:lvl1pPr>
            <a:lvl2pPr marL="571500" indent="-342900">
              <a:buFont typeface="+mj-lt"/>
              <a:buAutoNum type="arabicPeriod"/>
              <a:defRPr sz="1400"/>
            </a:lvl2pPr>
            <a:lvl3pPr marL="800100" indent="-342900">
              <a:buFont typeface="+mj-lt"/>
              <a:buAutoNum type="arabicPeriod"/>
              <a:defRPr sz="1400"/>
            </a:lvl3pPr>
            <a:lvl4pPr marL="1028700" indent="-342900">
              <a:buFont typeface="+mj-lt"/>
              <a:buAutoNum type="arabicPeriod"/>
              <a:defRPr sz="1400"/>
            </a:lvl4pPr>
            <a:lvl5pPr marL="1257300" indent="-342900">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6278818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Agenda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18288" y="82296"/>
            <a:ext cx="7534384" cy="3513095"/>
          </a:xfrm>
        </p:spPr>
        <p:txBody>
          <a:bodyPr anchor="t" anchorCtr="0">
            <a:noAutofit/>
          </a:bodyPr>
          <a:lstStyle>
            <a:lvl1pPr>
              <a:defRPr sz="5600"/>
            </a:lvl1pPr>
          </a:lstStyle>
          <a:p>
            <a:r>
              <a:rPr lang="en-US"/>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3476116" y="4017192"/>
            <a:ext cx="4063655" cy="2814212"/>
          </a:xfrm>
        </p:spPr>
        <p:txBody>
          <a:bodyPr anchor="b" anchorCtr="0">
            <a:normAutofit/>
          </a:bodyPr>
          <a:lstStyle>
            <a:lvl1pPr marL="342900" indent="-342900" algn="r">
              <a:buFont typeface="+mj-lt"/>
              <a:buAutoNum type="arabicPeriod"/>
              <a:defRPr sz="1400"/>
            </a:lvl1pPr>
            <a:lvl2pPr marL="571500" indent="-342900" algn="r">
              <a:buFont typeface="+mj-lt"/>
              <a:buAutoNum type="arabicPeriod"/>
              <a:defRPr sz="1400"/>
            </a:lvl2pPr>
            <a:lvl3pPr marL="800100" indent="-342900" algn="r">
              <a:buFont typeface="+mj-lt"/>
              <a:buAutoNum type="arabicPeriod"/>
              <a:defRPr sz="1400"/>
            </a:lvl3pPr>
            <a:lvl4pPr marL="1028700" indent="-342900" algn="r">
              <a:buFont typeface="+mj-lt"/>
              <a:buAutoNum type="arabicPeriod"/>
              <a:defRPr sz="1400"/>
            </a:lvl4pPr>
            <a:lvl5pPr marL="1257300" indent="-342900" algn="r">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3">
            <a:extLst>
              <a:ext uri="{FF2B5EF4-FFF2-40B4-BE49-F238E27FC236}">
                <a16:creationId xmlns:a16="http://schemas.microsoft.com/office/drawing/2014/main" id="{0E7C9240-617B-1770-A044-328C31CB6A15}"/>
              </a:ext>
            </a:extLst>
          </p:cNvPr>
          <p:cNvSpPr>
            <a:spLocks noGrp="1"/>
          </p:cNvSpPr>
          <p:nvPr>
            <p:ph type="ftr" sz="quarter" idx="11"/>
          </p:nvPr>
        </p:nvSpPr>
        <p:spPr>
          <a:xfrm>
            <a:off x="7704945" y="118818"/>
            <a:ext cx="3779918" cy="365125"/>
          </a:xfrm>
        </p:spPr>
        <p:txBody>
          <a:bodyPr/>
          <a:lstStyle/>
          <a:p>
            <a:r>
              <a:rPr lang="en-US"/>
              <a:t>Sample footer text</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1762793" y="110364"/>
            <a:ext cx="429207" cy="365125"/>
          </a:xfrm>
        </p:spPr>
        <p:txBody>
          <a:bodyPr/>
          <a:lstStyle/>
          <a:p>
            <a:fld id="{CC057153-B650-4DEB-B370-79DDCFDCE934}" type="slidenum">
              <a:rPr lang="en-US" smtClean="0"/>
              <a:t>‹#›</a:t>
            </a:fld>
            <a:endParaRPr lang="en-US"/>
          </a:p>
        </p:txBody>
      </p:sp>
      <p:sp>
        <p:nvSpPr>
          <p:cNvPr id="11" name="Picture Placeholder 10">
            <a:extLst>
              <a:ext uri="{FF2B5EF4-FFF2-40B4-BE49-F238E27FC236}">
                <a16:creationId xmlns:a16="http://schemas.microsoft.com/office/drawing/2014/main" id="{C7452E47-6DDB-EA53-7FB9-2BA726EB77DA}"/>
              </a:ext>
            </a:extLst>
          </p:cNvPr>
          <p:cNvSpPr>
            <a:spLocks noGrp="1"/>
          </p:cNvSpPr>
          <p:nvPr>
            <p:ph type="pic" sz="quarter" idx="14" hasCustomPrompt="1"/>
          </p:nvPr>
        </p:nvSpPr>
        <p:spPr>
          <a:xfrm>
            <a:off x="7772400" y="989351"/>
            <a:ext cx="4284026" cy="5789588"/>
          </a:xfrm>
          <a:blipFill>
            <a:blip r:embed="rId2">
              <a:alphaModFix amt="70000"/>
            </a:blip>
            <a:stretch>
              <a:fillRect/>
            </a:stretch>
          </a:blipFill>
        </p:spPr>
        <p:txBody>
          <a:bodyPr/>
          <a:lstStyle>
            <a:lvl1pPr>
              <a:defRPr lang="en-US" dirty="0"/>
            </a:lvl1pPr>
          </a:lstStyle>
          <a:p>
            <a:r>
              <a:rPr lang="en-US"/>
              <a:t> </a:t>
            </a:r>
          </a:p>
        </p:txBody>
      </p:sp>
      <p:pic>
        <p:nvPicPr>
          <p:cNvPr id="6" name="Graphic 5">
            <a:extLst>
              <a:ext uri="{FF2B5EF4-FFF2-40B4-BE49-F238E27FC236}">
                <a16:creationId xmlns:a16="http://schemas.microsoft.com/office/drawing/2014/main" id="{1556323E-CFBE-3917-9F8D-C2431E41FB06}"/>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03206" y="6047419"/>
            <a:ext cx="731520" cy="731520"/>
          </a:xfrm>
          <a:prstGeom prst="rect">
            <a:avLst/>
          </a:prstGeom>
        </p:spPr>
      </p:pic>
    </p:spTree>
    <p:extLst>
      <p:ext uri="{BB962C8B-B14F-4D97-AF65-F5344CB8AC3E}">
        <p14:creationId xmlns:p14="http://schemas.microsoft.com/office/powerpoint/2010/main" val="371605095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8288" y="82296"/>
            <a:ext cx="4390515" cy="2418146"/>
          </a:xfrm>
        </p:spPr>
        <p:txBody>
          <a:bodyPr>
            <a:normAutofit/>
          </a:bodyPr>
          <a:lstStyle>
            <a:lvl1pPr>
              <a:defRPr sz="5600"/>
            </a:lvl1pPr>
          </a:lstStyle>
          <a:p>
            <a:r>
              <a:rPr lang="en-US"/>
              <a:t>Click to edit Master title style</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0" y="4373735"/>
            <a:ext cx="4389120" cy="2459736"/>
          </a:xfrm>
        </p:spPr>
        <p:txBody>
          <a:bodyPr anchor="b"/>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6">
            <a:extLst>
              <a:ext uri="{FF2B5EF4-FFF2-40B4-BE49-F238E27FC236}">
                <a16:creationId xmlns:a16="http://schemas.microsoft.com/office/drawing/2014/main" id="{EB560304-B220-9740-0823-17F13E1DFD7F}"/>
              </a:ext>
            </a:extLst>
          </p:cNvPr>
          <p:cNvSpPr>
            <a:spLocks noGrp="1"/>
          </p:cNvSpPr>
          <p:nvPr>
            <p:ph type="ftr" sz="quarter" idx="15"/>
          </p:nvPr>
        </p:nvSpPr>
        <p:spPr>
          <a:xfrm>
            <a:off x="6190488" y="110364"/>
            <a:ext cx="5358238" cy="365125"/>
          </a:xfrm>
        </p:spPr>
        <p:txBody>
          <a:bodyPr/>
          <a:lstStyle/>
          <a:p>
            <a:r>
              <a:rPr lang="en-US"/>
              <a:t>Sample footer text</a:t>
            </a:r>
          </a:p>
        </p:txBody>
      </p:sp>
      <p:sp>
        <p:nvSpPr>
          <p:cNvPr id="9" name="Slide Number Placeholder 8">
            <a:extLst>
              <a:ext uri="{FF2B5EF4-FFF2-40B4-BE49-F238E27FC236}">
                <a16:creationId xmlns:a16="http://schemas.microsoft.com/office/drawing/2014/main" id="{A6D8939A-F7AC-2C38-E1F0-99EA290DC600}"/>
              </a:ext>
            </a:extLst>
          </p:cNvPr>
          <p:cNvSpPr>
            <a:spLocks noGrp="1"/>
          </p:cNvSpPr>
          <p:nvPr>
            <p:ph type="sldNum" sz="quarter" idx="16"/>
          </p:nvPr>
        </p:nvSpPr>
        <p:spPr>
          <a:xfrm>
            <a:off x="11762793" y="110364"/>
            <a:ext cx="429207" cy="365125"/>
          </a:xfrm>
        </p:spPr>
        <p:txBody>
          <a:bodyPr/>
          <a:lstStyle/>
          <a:p>
            <a:fld id="{CC057153-B650-4DEB-B370-79DDCFDCE934}" type="slidenum">
              <a:rPr lang="en-US" smtClean="0"/>
              <a:pPr/>
              <a:t>‹#›</a:t>
            </a:fld>
            <a:endParaRPr lang="en-US"/>
          </a:p>
        </p:txBody>
      </p:sp>
      <p:sp>
        <p:nvSpPr>
          <p:cNvPr id="3" name="Date Placeholder 2">
            <a:extLst>
              <a:ext uri="{FF2B5EF4-FFF2-40B4-BE49-F238E27FC236}">
                <a16:creationId xmlns:a16="http://schemas.microsoft.com/office/drawing/2014/main" id="{7EB9051D-F4ED-4EE6-2F1F-2E67035938D8}"/>
              </a:ext>
            </a:extLst>
          </p:cNvPr>
          <p:cNvSpPr>
            <a:spLocks noGrp="1"/>
          </p:cNvSpPr>
          <p:nvPr>
            <p:ph type="dt" sz="half" idx="14"/>
          </p:nvPr>
        </p:nvSpPr>
        <p:spPr>
          <a:xfrm>
            <a:off x="6190488" y="6468346"/>
            <a:ext cx="2899852" cy="365125"/>
          </a:xfrm>
        </p:spPr>
        <p:txBody>
          <a:bodyPr anchor="b"/>
          <a:lstStyle/>
          <a:p>
            <a:endParaRPr lang="en-US"/>
          </a:p>
        </p:txBody>
      </p:sp>
      <p:sp>
        <p:nvSpPr>
          <p:cNvPr id="4" name="Oval 3">
            <a:extLst>
              <a:ext uri="{FF2B5EF4-FFF2-40B4-BE49-F238E27FC236}">
                <a16:creationId xmlns:a16="http://schemas.microsoft.com/office/drawing/2014/main" id="{355DE040-A555-DAC9-D08D-73A80FFBC53C}"/>
              </a:ext>
            </a:extLst>
          </p:cNvPr>
          <p:cNvSpPr/>
          <p:nvPr userDrawn="1"/>
        </p:nvSpPr>
        <p:spPr>
          <a:xfrm>
            <a:off x="8540137" y="3189732"/>
            <a:ext cx="3557904" cy="3557904"/>
          </a:xfrm>
          <a:prstGeom prst="ellipse">
            <a:avLst/>
          </a:prstGeom>
          <a:noFill/>
          <a:ln w="158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2921078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39645" y="987552"/>
            <a:ext cx="5366480" cy="4044508"/>
          </a:xfrm>
        </p:spPr>
        <p:txBody>
          <a:bodyPr>
            <a:normAutofit/>
          </a:bodyPr>
          <a:lstStyle>
            <a:lvl1pPr>
              <a:defRPr sz="5600"/>
            </a:lvl1pPr>
          </a:lstStyle>
          <a:p>
            <a:r>
              <a:rPr lang="en-US"/>
              <a:t>Click to edit Master title style</a:t>
            </a:r>
          </a:p>
        </p:txBody>
      </p:sp>
      <p:sp>
        <p:nvSpPr>
          <p:cNvPr id="4" name="Footer Placeholder 4">
            <a:extLst>
              <a:ext uri="{FF2B5EF4-FFF2-40B4-BE49-F238E27FC236}">
                <a16:creationId xmlns:a16="http://schemas.microsoft.com/office/drawing/2014/main" id="{4F0A24D4-6DA5-79FF-03B8-B42156C29A10}"/>
              </a:ext>
            </a:extLst>
          </p:cNvPr>
          <p:cNvSpPr>
            <a:spLocks noGrp="1"/>
          </p:cNvSpPr>
          <p:nvPr>
            <p:ph type="ftr" sz="quarter" idx="11"/>
          </p:nvPr>
        </p:nvSpPr>
        <p:spPr>
          <a:xfrm>
            <a:off x="532150" y="100701"/>
            <a:ext cx="5366480" cy="365125"/>
          </a:xfrm>
        </p:spPr>
        <p:txBody>
          <a:bodyPr/>
          <a:lstStyle/>
          <a:p>
            <a:r>
              <a:rPr lang="en-US"/>
              <a:t>Sample footer text</a:t>
            </a:r>
          </a:p>
        </p:txBody>
      </p:sp>
      <p:sp>
        <p:nvSpPr>
          <p:cNvPr id="3" name="Date Placeholder 3">
            <a:extLst>
              <a:ext uri="{FF2B5EF4-FFF2-40B4-BE49-F238E27FC236}">
                <a16:creationId xmlns:a16="http://schemas.microsoft.com/office/drawing/2014/main" id="{95496777-32C7-B10A-B939-8EEC9C873F21}"/>
              </a:ext>
            </a:extLst>
          </p:cNvPr>
          <p:cNvSpPr>
            <a:spLocks noGrp="1"/>
          </p:cNvSpPr>
          <p:nvPr>
            <p:ph type="dt" sz="half" idx="10"/>
          </p:nvPr>
        </p:nvSpPr>
        <p:spPr>
          <a:xfrm>
            <a:off x="6190488" y="100701"/>
            <a:ext cx="2940449" cy="365125"/>
          </a:xfrm>
        </p:spPr>
        <p:txBody>
          <a:bodyPr/>
          <a:lstStyle/>
          <a:p>
            <a:endParaRPr lang="en-US"/>
          </a:p>
        </p:txBody>
      </p:sp>
      <p:sp>
        <p:nvSpPr>
          <p:cNvPr id="6" name="Slide Number Placeholder 5">
            <a:extLst>
              <a:ext uri="{FF2B5EF4-FFF2-40B4-BE49-F238E27FC236}">
                <a16:creationId xmlns:a16="http://schemas.microsoft.com/office/drawing/2014/main" id="{D33C2CAA-FD7B-3168-42A9-81A6AA4BC761}"/>
              </a:ext>
            </a:extLst>
          </p:cNvPr>
          <p:cNvSpPr>
            <a:spLocks noGrp="1"/>
          </p:cNvSpPr>
          <p:nvPr>
            <p:ph type="sldNum" sz="quarter" idx="12"/>
          </p:nvPr>
        </p:nvSpPr>
        <p:spPr>
          <a:xfrm>
            <a:off x="11105731" y="100701"/>
            <a:ext cx="429207" cy="365125"/>
          </a:xfrm>
        </p:spPr>
        <p:txBody>
          <a:bodyPr/>
          <a:lstStyle/>
          <a:p>
            <a:fld id="{CC057153-B650-4DEB-B370-79DDCFDCE934}" type="slidenum">
              <a:rPr lang="en-US" smtClean="0"/>
              <a:t>‹#›</a:t>
            </a:fld>
            <a:endParaRPr lang="en-US"/>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6190488" y="969264"/>
            <a:ext cx="5340096" cy="40416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6916636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4">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0178B15-836F-D50E-D616-40C9373248FF}"/>
              </a:ext>
            </a:extLst>
          </p:cNvPr>
          <p:cNvSpPr>
            <a:spLocks noGrp="1"/>
          </p:cNvSpPr>
          <p:nvPr>
            <p:ph type="title"/>
          </p:nvPr>
        </p:nvSpPr>
        <p:spPr>
          <a:xfrm>
            <a:off x="539645" y="987552"/>
            <a:ext cx="5366480" cy="4044508"/>
          </a:xfrm>
        </p:spPr>
        <p:txBody>
          <a:bodyPr>
            <a:normAutofit/>
          </a:bodyPr>
          <a:lstStyle>
            <a:lvl1pPr>
              <a:defRPr sz="5600"/>
            </a:lvl1pPr>
          </a:lstStyle>
          <a:p>
            <a:r>
              <a:rPr lang="en-US"/>
              <a:t>Click to edit Master title style</a:t>
            </a:r>
          </a:p>
        </p:txBody>
      </p:sp>
      <p:sp>
        <p:nvSpPr>
          <p:cNvPr id="3" name="Footer Placeholder 4">
            <a:extLst>
              <a:ext uri="{FF2B5EF4-FFF2-40B4-BE49-F238E27FC236}">
                <a16:creationId xmlns:a16="http://schemas.microsoft.com/office/drawing/2014/main" id="{83A196D4-110B-6911-7AF5-9149D3FFF8BC}"/>
              </a:ext>
            </a:extLst>
          </p:cNvPr>
          <p:cNvSpPr>
            <a:spLocks noGrp="1"/>
          </p:cNvSpPr>
          <p:nvPr>
            <p:ph type="ftr" sz="quarter" idx="11"/>
          </p:nvPr>
        </p:nvSpPr>
        <p:spPr>
          <a:xfrm>
            <a:off x="532150" y="100701"/>
            <a:ext cx="5366480" cy="365125"/>
          </a:xfrm>
        </p:spPr>
        <p:txBody>
          <a:bodyPr/>
          <a:lstStyle/>
          <a:p>
            <a:r>
              <a:rPr lang="en-US"/>
              <a:t>Sample footer text</a:t>
            </a:r>
          </a:p>
        </p:txBody>
      </p:sp>
      <p:sp>
        <p:nvSpPr>
          <p:cNvPr id="2" name="Date Placeholder 3">
            <a:extLst>
              <a:ext uri="{FF2B5EF4-FFF2-40B4-BE49-F238E27FC236}">
                <a16:creationId xmlns:a16="http://schemas.microsoft.com/office/drawing/2014/main" id="{A8D9253F-93F3-9EB9-BFA6-49C9461DE0DB}"/>
              </a:ext>
            </a:extLst>
          </p:cNvPr>
          <p:cNvSpPr>
            <a:spLocks noGrp="1"/>
          </p:cNvSpPr>
          <p:nvPr>
            <p:ph type="dt" sz="half" idx="10"/>
          </p:nvPr>
        </p:nvSpPr>
        <p:spPr>
          <a:xfrm>
            <a:off x="6190488" y="100701"/>
            <a:ext cx="2940449" cy="365125"/>
          </a:xfrm>
        </p:spPr>
        <p:txBody>
          <a:bodyPr/>
          <a:lstStyle/>
          <a:p>
            <a:endParaRPr lang="en-US"/>
          </a:p>
        </p:txBody>
      </p:sp>
      <p:sp>
        <p:nvSpPr>
          <p:cNvPr id="9" name="Slide Number Placeholder 5">
            <a:extLst>
              <a:ext uri="{FF2B5EF4-FFF2-40B4-BE49-F238E27FC236}">
                <a16:creationId xmlns:a16="http://schemas.microsoft.com/office/drawing/2014/main" id="{B94C6C96-D651-5D6B-830B-07E5A35424C7}"/>
              </a:ext>
            </a:extLst>
          </p:cNvPr>
          <p:cNvSpPr>
            <a:spLocks noGrp="1"/>
          </p:cNvSpPr>
          <p:nvPr>
            <p:ph type="sldNum" sz="quarter" idx="12"/>
          </p:nvPr>
        </p:nvSpPr>
        <p:spPr>
          <a:xfrm>
            <a:off x="11105731" y="100701"/>
            <a:ext cx="429207" cy="365125"/>
          </a:xfrm>
        </p:spPr>
        <p:txBody>
          <a:bodyPr/>
          <a:lstStyle/>
          <a:p>
            <a:fld id="{CC057153-B650-4DEB-B370-79DDCFDCE934}" type="slidenum">
              <a:rPr lang="en-US" smtClean="0"/>
              <a:t>‹#›</a:t>
            </a:fld>
            <a:endParaRPr lang="en-US"/>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6190488" y="969264"/>
            <a:ext cx="5336753" cy="48180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9493389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5">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AA66657-CD31-0011-4B4B-A81B7CACF018}"/>
              </a:ext>
            </a:extLst>
          </p:cNvPr>
          <p:cNvSpPr>
            <a:spLocks noGrp="1"/>
          </p:cNvSpPr>
          <p:nvPr>
            <p:ph type="title"/>
          </p:nvPr>
        </p:nvSpPr>
        <p:spPr>
          <a:xfrm>
            <a:off x="539496" y="987552"/>
            <a:ext cx="5366480" cy="4044508"/>
          </a:xfrm>
        </p:spPr>
        <p:txBody>
          <a:bodyPr>
            <a:normAutofit/>
          </a:bodyPr>
          <a:lstStyle>
            <a:lvl1pPr>
              <a:defRPr sz="5600"/>
            </a:lvl1pPr>
          </a:lstStyle>
          <a:p>
            <a:r>
              <a:rPr lang="en-US"/>
              <a:t>Click to edit Master title style</a:t>
            </a:r>
          </a:p>
        </p:txBody>
      </p:sp>
      <p:sp>
        <p:nvSpPr>
          <p:cNvPr id="5" name="Footer Placeholder 4">
            <a:extLst>
              <a:ext uri="{FF2B5EF4-FFF2-40B4-BE49-F238E27FC236}">
                <a16:creationId xmlns:a16="http://schemas.microsoft.com/office/drawing/2014/main" id="{27AEE5E0-A3F6-BA78-E3AC-4EF588291B22}"/>
              </a:ext>
            </a:extLst>
          </p:cNvPr>
          <p:cNvSpPr>
            <a:spLocks noGrp="1"/>
          </p:cNvSpPr>
          <p:nvPr>
            <p:ph type="ftr" sz="quarter" idx="11"/>
          </p:nvPr>
        </p:nvSpPr>
        <p:spPr>
          <a:xfrm>
            <a:off x="532150" y="100701"/>
            <a:ext cx="5366480" cy="365125"/>
          </a:xfrm>
        </p:spPr>
        <p:txBody>
          <a:bodyPr/>
          <a:lstStyle/>
          <a:p>
            <a:r>
              <a:rPr lang="en-US"/>
              <a:t>Sample footer text</a:t>
            </a:r>
          </a:p>
        </p:txBody>
      </p:sp>
      <p:sp>
        <p:nvSpPr>
          <p:cNvPr id="2" name="Date Placeholder 3">
            <a:extLst>
              <a:ext uri="{FF2B5EF4-FFF2-40B4-BE49-F238E27FC236}">
                <a16:creationId xmlns:a16="http://schemas.microsoft.com/office/drawing/2014/main" id="{13477BD1-B2A6-0DA8-FFFF-D07E005B2603}"/>
              </a:ext>
            </a:extLst>
          </p:cNvPr>
          <p:cNvSpPr>
            <a:spLocks noGrp="1"/>
          </p:cNvSpPr>
          <p:nvPr>
            <p:ph type="dt" sz="half" idx="10"/>
          </p:nvPr>
        </p:nvSpPr>
        <p:spPr>
          <a:xfrm>
            <a:off x="6190488" y="100701"/>
            <a:ext cx="2940449" cy="365125"/>
          </a:xfrm>
        </p:spPr>
        <p:txBody>
          <a:bodyPr/>
          <a:lstStyle/>
          <a:p>
            <a:endParaRPr lang="en-US"/>
          </a:p>
        </p:txBody>
      </p:sp>
      <p:sp>
        <p:nvSpPr>
          <p:cNvPr id="9" name="Slide Number Placeholder 5">
            <a:extLst>
              <a:ext uri="{FF2B5EF4-FFF2-40B4-BE49-F238E27FC236}">
                <a16:creationId xmlns:a16="http://schemas.microsoft.com/office/drawing/2014/main" id="{EF5D392D-C542-426F-517D-B10E047560E3}"/>
              </a:ext>
            </a:extLst>
          </p:cNvPr>
          <p:cNvSpPr>
            <a:spLocks noGrp="1"/>
          </p:cNvSpPr>
          <p:nvPr>
            <p:ph type="sldNum" sz="quarter" idx="12"/>
          </p:nvPr>
        </p:nvSpPr>
        <p:spPr>
          <a:xfrm>
            <a:off x="11105731" y="100701"/>
            <a:ext cx="429207" cy="365125"/>
          </a:xfrm>
        </p:spPr>
        <p:txBody>
          <a:bodyPr/>
          <a:lstStyle/>
          <a:p>
            <a:fld id="{CC057153-B650-4DEB-B370-79DDCFDCE934}" type="slidenum">
              <a:rPr lang="en-US" smtClean="0"/>
              <a:t>‹#›</a:t>
            </a:fld>
            <a:endParaRPr lang="en-US"/>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6190488" y="969264"/>
            <a:ext cx="5366480" cy="57158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842425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39496" y="988979"/>
            <a:ext cx="3462878" cy="2942419"/>
          </a:xfrm>
        </p:spPr>
        <p:txBody>
          <a:bodyPr>
            <a:normAutofit/>
          </a:bodyPr>
          <a:lstStyle>
            <a:lvl1pPr>
              <a:defRPr sz="5600"/>
            </a:lvl1pPr>
          </a:lstStyle>
          <a:p>
            <a:r>
              <a:rPr lang="en-US"/>
              <a:t>Click to edit Master title style</a:t>
            </a:r>
          </a:p>
        </p:txBody>
      </p:sp>
      <p:sp>
        <p:nvSpPr>
          <p:cNvPr id="5" name="Footer Placeholder 4">
            <a:extLst>
              <a:ext uri="{FF2B5EF4-FFF2-40B4-BE49-F238E27FC236}">
                <a16:creationId xmlns:a16="http://schemas.microsoft.com/office/drawing/2014/main" id="{37A9910B-18FC-4A92-025A-A88AC7CD6B13}"/>
              </a:ext>
            </a:extLst>
          </p:cNvPr>
          <p:cNvSpPr>
            <a:spLocks noGrp="1"/>
          </p:cNvSpPr>
          <p:nvPr>
            <p:ph type="ftr" sz="quarter" idx="11"/>
          </p:nvPr>
        </p:nvSpPr>
        <p:spPr>
          <a:xfrm>
            <a:off x="532150" y="100701"/>
            <a:ext cx="3470224" cy="365125"/>
          </a:xfrm>
        </p:spPr>
        <p:txBody>
          <a:bodyPr/>
          <a:lstStyle/>
          <a:p>
            <a:r>
              <a:rPr lang="en-US"/>
              <a:t>Sample footer text</a:t>
            </a:r>
          </a:p>
        </p:txBody>
      </p:sp>
      <p:sp>
        <p:nvSpPr>
          <p:cNvPr id="4" name="Date Placeholder 3">
            <a:extLst>
              <a:ext uri="{FF2B5EF4-FFF2-40B4-BE49-F238E27FC236}">
                <a16:creationId xmlns:a16="http://schemas.microsoft.com/office/drawing/2014/main" id="{10752728-D41A-655E-871F-F76147E0E991}"/>
              </a:ext>
            </a:extLst>
          </p:cNvPr>
          <p:cNvSpPr>
            <a:spLocks noGrp="1"/>
          </p:cNvSpPr>
          <p:nvPr>
            <p:ph type="dt" sz="half" idx="10"/>
          </p:nvPr>
        </p:nvSpPr>
        <p:spPr>
          <a:xfrm>
            <a:off x="4317167" y="100701"/>
            <a:ext cx="2940449" cy="365125"/>
          </a:xfrm>
        </p:spPr>
        <p:txBody>
          <a:bodyPr/>
          <a:lstStyle/>
          <a:p>
            <a:endParaRPr lang="en-US"/>
          </a:p>
        </p:txBody>
      </p:sp>
      <p:sp>
        <p:nvSpPr>
          <p:cNvPr id="9" name="Slide Number Placeholder 5">
            <a:extLst>
              <a:ext uri="{FF2B5EF4-FFF2-40B4-BE49-F238E27FC236}">
                <a16:creationId xmlns:a16="http://schemas.microsoft.com/office/drawing/2014/main" id="{EE07CC96-728B-298D-B2D6-54C4E9F0E9CA}"/>
              </a:ext>
            </a:extLst>
          </p:cNvPr>
          <p:cNvSpPr>
            <a:spLocks noGrp="1"/>
          </p:cNvSpPr>
          <p:nvPr>
            <p:ph type="sldNum" sz="quarter" idx="12"/>
          </p:nvPr>
        </p:nvSpPr>
        <p:spPr>
          <a:xfrm>
            <a:off x="11105731" y="100701"/>
            <a:ext cx="429207" cy="365125"/>
          </a:xfrm>
        </p:spPr>
        <p:txBody>
          <a:bodyPr/>
          <a:lstStyle/>
          <a:p>
            <a:fld id="{CC057153-B650-4DEB-B370-79DDCFDCE934}" type="slidenum">
              <a:rPr lang="en-US" smtClean="0"/>
              <a:t>‹#›</a:t>
            </a:fld>
            <a:endParaRPr lang="en-US"/>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317167" y="967689"/>
            <a:ext cx="7217771" cy="52371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6632102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with Picture">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B7D0064E-1F0E-2DDF-C6B5-9CE196C4B560}"/>
              </a:ext>
            </a:extLst>
          </p:cNvPr>
          <p:cNvSpPr>
            <a:spLocks noGrp="1"/>
          </p:cNvSpPr>
          <p:nvPr>
            <p:ph type="title"/>
          </p:nvPr>
        </p:nvSpPr>
        <p:spPr>
          <a:xfrm>
            <a:off x="5045804" y="612140"/>
            <a:ext cx="6499655" cy="1519612"/>
          </a:xfrm>
        </p:spPr>
        <p:txBody>
          <a:bodyPr anchor="t"/>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4804012" cy="6858000"/>
          </a:xfrm>
          <a:blipFill>
            <a:blip r:embed="rId2">
              <a:alphaModFix amt="70000"/>
            </a:blip>
            <a:stretch>
              <a:fillRect/>
            </a:stretch>
          </a:blipFill>
        </p:spPr>
        <p:txBody>
          <a:bodyPr/>
          <a:lstStyle>
            <a:lvl1pPr>
              <a:defRPr lang="en-US" dirty="0"/>
            </a:lvl1pPr>
          </a:lstStyle>
          <a:p>
            <a:r>
              <a:rPr lang="en-US"/>
              <a:t> </a:t>
            </a:r>
          </a:p>
        </p:txBody>
      </p:sp>
      <p:sp>
        <p:nvSpPr>
          <p:cNvPr id="7" name="Content Placeholder 7">
            <a:extLst>
              <a:ext uri="{FF2B5EF4-FFF2-40B4-BE49-F238E27FC236}">
                <a16:creationId xmlns:a16="http://schemas.microsoft.com/office/drawing/2014/main" id="{D478DAE4-13AB-5772-07E6-B3264F1E3141}"/>
              </a:ext>
            </a:extLst>
          </p:cNvPr>
          <p:cNvSpPr>
            <a:spLocks noGrp="1"/>
          </p:cNvSpPr>
          <p:nvPr>
            <p:ph sz="quarter" idx="14"/>
          </p:nvPr>
        </p:nvSpPr>
        <p:spPr>
          <a:xfrm>
            <a:off x="5104122" y="2457406"/>
            <a:ext cx="6441338" cy="3778977"/>
          </a:xfrm>
        </p:spPr>
        <p:txBody>
          <a:bodyPr anchor="t"/>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a:xfrm>
            <a:off x="5104122" y="6452990"/>
            <a:ext cx="1968375" cy="365125"/>
          </a:xfrm>
        </p:spPr>
        <p:txBody>
          <a:bodyPr anchor="b"/>
          <a:lstStyle/>
          <a:p>
            <a:r>
              <a:rPr lang="en-US"/>
              <a:t>Sample footer text</a:t>
            </a:r>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a:xfrm>
            <a:off x="11116252" y="6452989"/>
            <a:ext cx="429207" cy="365125"/>
          </a:xfrm>
        </p:spPr>
        <p:txBody>
          <a:bodyPr anchor="b"/>
          <a:lstStyle/>
          <a:p>
            <a:fld id="{CC057153-B650-4DEB-B370-79DDCFDCE934}" type="slidenum">
              <a:rPr lang="en-US" smtClean="0"/>
              <a:t>‹#›</a:t>
            </a:fld>
            <a:endParaRPr lang="en-US"/>
          </a:p>
        </p:txBody>
      </p:sp>
    </p:spTree>
    <p:extLst>
      <p:ext uri="{BB962C8B-B14F-4D97-AF65-F5344CB8AC3E}">
        <p14:creationId xmlns:p14="http://schemas.microsoft.com/office/powerpoint/2010/main" val="293775160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with Picture 2">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30AA64C6-E678-9909-94ED-FA63F0C2B473}"/>
              </a:ext>
            </a:extLst>
          </p:cNvPr>
          <p:cNvSpPr>
            <a:spLocks noGrp="1"/>
          </p:cNvSpPr>
          <p:nvPr>
            <p:ph type="title"/>
          </p:nvPr>
        </p:nvSpPr>
        <p:spPr>
          <a:xfrm>
            <a:off x="515278" y="623087"/>
            <a:ext cx="5794045" cy="1519612"/>
          </a:xfrm>
        </p:spPr>
        <p:txBody>
          <a:bodyPr anchor="t"/>
          <a:lstStyle/>
          <a:p>
            <a:r>
              <a:rPr lang="en-US"/>
              <a:t>Click to edit Master title style</a:t>
            </a:r>
          </a:p>
        </p:txBody>
      </p:sp>
      <p:sp>
        <p:nvSpPr>
          <p:cNvPr id="5" name="Content Placeholder 7">
            <a:extLst>
              <a:ext uri="{FF2B5EF4-FFF2-40B4-BE49-F238E27FC236}">
                <a16:creationId xmlns:a16="http://schemas.microsoft.com/office/drawing/2014/main" id="{FEA89376-E8CF-4210-753A-0F9465115C75}"/>
              </a:ext>
            </a:extLst>
          </p:cNvPr>
          <p:cNvSpPr>
            <a:spLocks noGrp="1"/>
          </p:cNvSpPr>
          <p:nvPr>
            <p:ph sz="quarter" idx="14"/>
          </p:nvPr>
        </p:nvSpPr>
        <p:spPr>
          <a:xfrm>
            <a:off x="533566" y="2459736"/>
            <a:ext cx="5745663" cy="3778977"/>
          </a:xfrm>
        </p:spPr>
        <p:txBody>
          <a:bodyPr anchor="t" anchorCtr="0"/>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525631" y="0"/>
            <a:ext cx="5666370" cy="6858000"/>
          </a:xfrm>
          <a:blipFill>
            <a:blip r:embed="rId2">
              <a:alphaModFix amt="70000"/>
            </a:blip>
            <a:stretch>
              <a:fillRect/>
            </a:stretch>
          </a:blipFill>
        </p:spPr>
        <p:txBody>
          <a:bodyPr/>
          <a:lstStyle>
            <a:lvl1pPr>
              <a:defRPr lang="en-US" dirty="0"/>
            </a:lvl1pPr>
          </a:lstStyle>
          <a:p>
            <a:r>
              <a:rPr lang="en-US"/>
              <a:t> </a:t>
            </a:r>
          </a:p>
        </p:txBody>
      </p:sp>
      <p:sp>
        <p:nvSpPr>
          <p:cNvPr id="7" name="Footer Placeholder 8">
            <a:extLst>
              <a:ext uri="{FF2B5EF4-FFF2-40B4-BE49-F238E27FC236}">
                <a16:creationId xmlns:a16="http://schemas.microsoft.com/office/drawing/2014/main" id="{D1272CAE-C152-7545-C45C-505CD07BDC24}"/>
              </a:ext>
            </a:extLst>
          </p:cNvPr>
          <p:cNvSpPr>
            <a:spLocks noGrp="1"/>
          </p:cNvSpPr>
          <p:nvPr>
            <p:ph type="ftr" sz="quarter" idx="16"/>
          </p:nvPr>
        </p:nvSpPr>
        <p:spPr>
          <a:xfrm>
            <a:off x="533566" y="6441427"/>
            <a:ext cx="1968375" cy="365125"/>
          </a:xfrm>
        </p:spPr>
        <p:txBody>
          <a:bodyPr anchor="b"/>
          <a:lstStyle/>
          <a:p>
            <a:r>
              <a:rPr lang="en-US"/>
              <a:t>Sample footer text</a:t>
            </a:r>
          </a:p>
        </p:txBody>
      </p:sp>
      <p:sp>
        <p:nvSpPr>
          <p:cNvPr id="14" name="Date Placeholder 2">
            <a:extLst>
              <a:ext uri="{FF2B5EF4-FFF2-40B4-BE49-F238E27FC236}">
                <a16:creationId xmlns:a16="http://schemas.microsoft.com/office/drawing/2014/main" id="{46CB14D0-DC1A-8BE6-97EC-FF17990690CA}"/>
              </a:ext>
            </a:extLst>
          </p:cNvPr>
          <p:cNvSpPr>
            <a:spLocks noGrp="1"/>
          </p:cNvSpPr>
          <p:nvPr>
            <p:ph type="dt" sz="half" idx="18"/>
          </p:nvPr>
        </p:nvSpPr>
        <p:spPr>
          <a:xfrm>
            <a:off x="3365787" y="6455623"/>
            <a:ext cx="2295997" cy="365125"/>
          </a:xfrm>
        </p:spPr>
        <p:txBody>
          <a:bodyPr anchor="b"/>
          <a:lstStyle/>
          <a:p>
            <a:endParaRPr lang="en-US"/>
          </a:p>
        </p:txBody>
      </p:sp>
      <p:sp>
        <p:nvSpPr>
          <p:cNvPr id="13" name="Slide Number Placeholder 9">
            <a:extLst>
              <a:ext uri="{FF2B5EF4-FFF2-40B4-BE49-F238E27FC236}">
                <a16:creationId xmlns:a16="http://schemas.microsoft.com/office/drawing/2014/main" id="{F865E30D-74D2-EFE8-B8DB-03B9E69D0A60}"/>
              </a:ext>
            </a:extLst>
          </p:cNvPr>
          <p:cNvSpPr>
            <a:spLocks noGrp="1"/>
          </p:cNvSpPr>
          <p:nvPr>
            <p:ph type="sldNum" sz="quarter" idx="17"/>
          </p:nvPr>
        </p:nvSpPr>
        <p:spPr>
          <a:xfrm>
            <a:off x="5880116" y="6456170"/>
            <a:ext cx="429207" cy="365125"/>
          </a:xfrm>
        </p:spPr>
        <p:txBody>
          <a:bodyPr anchor="b"/>
          <a:lstStyle/>
          <a:p>
            <a:fld id="{CC057153-B650-4DEB-B370-79DDCFDCE934}" type="slidenum">
              <a:rPr lang="en-US" smtClean="0"/>
              <a:t>‹#›</a:t>
            </a:fld>
            <a:endParaRPr lang="en-US"/>
          </a:p>
        </p:txBody>
      </p:sp>
    </p:spTree>
    <p:extLst>
      <p:ext uri="{BB962C8B-B14F-4D97-AF65-F5344CB8AC3E}">
        <p14:creationId xmlns:p14="http://schemas.microsoft.com/office/powerpoint/2010/main" val="84925307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with Picture 3">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CDF6858-35EF-4C90-B3F5-339B7EF1F60F}"/>
              </a:ext>
            </a:extLst>
          </p:cNvPr>
          <p:cNvSpPr>
            <a:spLocks noGrp="1"/>
          </p:cNvSpPr>
          <p:nvPr>
            <p:ph type="title"/>
          </p:nvPr>
        </p:nvSpPr>
        <p:spPr>
          <a:xfrm>
            <a:off x="4281793" y="621792"/>
            <a:ext cx="7252710" cy="1138769"/>
          </a:xfrm>
        </p:spPr>
        <p:txBody>
          <a:bodyPr anchor="t"/>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4023360" cy="6858000"/>
          </a:xfrm>
          <a:blipFill>
            <a:blip r:embed="rId2">
              <a:alphaModFix amt="70000"/>
            </a:blip>
            <a:stretch>
              <a:fillRect/>
            </a:stretch>
          </a:blipFill>
        </p:spPr>
        <p:txBody>
          <a:bodyPr/>
          <a:lstStyle>
            <a:lvl1pPr>
              <a:defRPr/>
            </a:lvl1pPr>
          </a:lstStyle>
          <a:p>
            <a:r>
              <a:rPr lang="en-US"/>
              <a:t> </a:t>
            </a:r>
          </a:p>
        </p:txBody>
      </p:sp>
      <p:sp>
        <p:nvSpPr>
          <p:cNvPr id="6" name="Content Placeholder 7">
            <a:extLst>
              <a:ext uri="{FF2B5EF4-FFF2-40B4-BE49-F238E27FC236}">
                <a16:creationId xmlns:a16="http://schemas.microsoft.com/office/drawing/2014/main" id="{72FCF01F-6AD4-FD29-865E-65BD55CF89DF}"/>
              </a:ext>
            </a:extLst>
          </p:cNvPr>
          <p:cNvSpPr>
            <a:spLocks noGrp="1"/>
          </p:cNvSpPr>
          <p:nvPr>
            <p:ph sz="quarter" idx="14"/>
          </p:nvPr>
        </p:nvSpPr>
        <p:spPr>
          <a:xfrm>
            <a:off x="4309088" y="2115404"/>
            <a:ext cx="7225415" cy="4212926"/>
          </a:xfrm>
        </p:spPr>
        <p:txBody>
          <a:bodyPr anchor="t" anchorCtr="0"/>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Footer Placeholder 8">
            <a:extLst>
              <a:ext uri="{FF2B5EF4-FFF2-40B4-BE49-F238E27FC236}">
                <a16:creationId xmlns:a16="http://schemas.microsoft.com/office/drawing/2014/main" id="{4F9B8FC8-8820-A655-2A18-E8F8FC2C72DE}"/>
              </a:ext>
            </a:extLst>
          </p:cNvPr>
          <p:cNvSpPr>
            <a:spLocks noGrp="1"/>
          </p:cNvSpPr>
          <p:nvPr>
            <p:ph type="ftr" sz="quarter" idx="16"/>
          </p:nvPr>
        </p:nvSpPr>
        <p:spPr>
          <a:xfrm>
            <a:off x="4281793" y="6492875"/>
            <a:ext cx="1968375" cy="365125"/>
          </a:xfrm>
        </p:spPr>
        <p:txBody>
          <a:bodyPr anchor="b"/>
          <a:lstStyle/>
          <a:p>
            <a:r>
              <a:rPr lang="en-US"/>
              <a:t>Sample footer text</a:t>
            </a:r>
          </a:p>
        </p:txBody>
      </p:sp>
      <p:sp>
        <p:nvSpPr>
          <p:cNvPr id="13" name="Date Placeholder 2">
            <a:extLst>
              <a:ext uri="{FF2B5EF4-FFF2-40B4-BE49-F238E27FC236}">
                <a16:creationId xmlns:a16="http://schemas.microsoft.com/office/drawing/2014/main" id="{A8C032E2-BBA3-EA74-8FE1-5AFC46A21AE1}"/>
              </a:ext>
            </a:extLst>
          </p:cNvPr>
          <p:cNvSpPr>
            <a:spLocks noGrp="1"/>
          </p:cNvSpPr>
          <p:nvPr>
            <p:ph type="dt" sz="half" idx="18"/>
          </p:nvPr>
        </p:nvSpPr>
        <p:spPr>
          <a:xfrm>
            <a:off x="9023903" y="6492875"/>
            <a:ext cx="1596200" cy="365125"/>
          </a:xfrm>
        </p:spPr>
        <p:txBody>
          <a:bodyPr anchor="b"/>
          <a:lstStyle/>
          <a:p>
            <a:endParaRPr lang="en-US"/>
          </a:p>
        </p:txBody>
      </p:sp>
      <p:sp>
        <p:nvSpPr>
          <p:cNvPr id="12" name="Slide Number Placeholder 9">
            <a:extLst>
              <a:ext uri="{FF2B5EF4-FFF2-40B4-BE49-F238E27FC236}">
                <a16:creationId xmlns:a16="http://schemas.microsoft.com/office/drawing/2014/main" id="{D28087CA-07B9-D0D2-3AA7-C34B5C9645B8}"/>
              </a:ext>
            </a:extLst>
          </p:cNvPr>
          <p:cNvSpPr>
            <a:spLocks noGrp="1"/>
          </p:cNvSpPr>
          <p:nvPr>
            <p:ph type="sldNum" sz="quarter" idx="17"/>
          </p:nvPr>
        </p:nvSpPr>
        <p:spPr>
          <a:xfrm>
            <a:off x="11105296" y="6492875"/>
            <a:ext cx="429207" cy="365125"/>
          </a:xfrm>
        </p:spPr>
        <p:txBody>
          <a:bodyPr anchor="b"/>
          <a:lstStyle/>
          <a:p>
            <a:fld id="{CC057153-B650-4DEB-B370-79DDCFDCE934}" type="slidenum">
              <a:rPr lang="en-US" smtClean="0"/>
              <a:t>‹#›</a:t>
            </a:fld>
            <a:endParaRPr lang="en-US"/>
          </a:p>
        </p:txBody>
      </p:sp>
    </p:spTree>
    <p:extLst>
      <p:ext uri="{BB962C8B-B14F-4D97-AF65-F5344CB8AC3E}">
        <p14:creationId xmlns:p14="http://schemas.microsoft.com/office/powerpoint/2010/main" val="411514862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with Picture 4">
    <p:spTree>
      <p:nvGrpSpPr>
        <p:cNvPr id="1" name=""/>
        <p:cNvGrpSpPr/>
        <p:nvPr/>
      </p:nvGrpSpPr>
      <p:grpSpPr>
        <a:xfrm>
          <a:off x="0" y="0"/>
          <a:ext cx="0" cy="0"/>
          <a:chOff x="0" y="0"/>
          <a:chExt cx="0" cy="0"/>
        </a:xfrm>
      </p:grpSpPr>
      <p:sp>
        <p:nvSpPr>
          <p:cNvPr id="4" name="Title 5">
            <a:extLst>
              <a:ext uri="{FF2B5EF4-FFF2-40B4-BE49-F238E27FC236}">
                <a16:creationId xmlns:a16="http://schemas.microsoft.com/office/drawing/2014/main" id="{7A932ED1-5750-0D24-8D58-961B6F20FA21}"/>
              </a:ext>
            </a:extLst>
          </p:cNvPr>
          <p:cNvSpPr>
            <a:spLocks noGrp="1"/>
          </p:cNvSpPr>
          <p:nvPr>
            <p:ph type="title"/>
          </p:nvPr>
        </p:nvSpPr>
        <p:spPr>
          <a:xfrm>
            <a:off x="542307" y="621792"/>
            <a:ext cx="7252710" cy="1138769"/>
          </a:xfrm>
        </p:spPr>
        <p:txBody>
          <a:bodyPr/>
          <a:lstStyle/>
          <a:p>
            <a:r>
              <a:rPr lang="en-US"/>
              <a:t>Click to edit Master title style</a:t>
            </a:r>
          </a:p>
        </p:txBody>
      </p:sp>
      <p:sp>
        <p:nvSpPr>
          <p:cNvPr id="9" name="Content Placeholder 7">
            <a:extLst>
              <a:ext uri="{FF2B5EF4-FFF2-40B4-BE49-F238E27FC236}">
                <a16:creationId xmlns:a16="http://schemas.microsoft.com/office/drawing/2014/main" id="{01598DB3-17DB-7EDD-0F42-9866A753C2DD}"/>
              </a:ext>
            </a:extLst>
          </p:cNvPr>
          <p:cNvSpPr>
            <a:spLocks noGrp="1"/>
          </p:cNvSpPr>
          <p:nvPr>
            <p:ph sz="quarter" idx="19"/>
          </p:nvPr>
        </p:nvSpPr>
        <p:spPr>
          <a:xfrm>
            <a:off x="569602" y="2115404"/>
            <a:ext cx="7225415" cy="4212926"/>
          </a:xfrm>
        </p:spPr>
        <p:txBody>
          <a:bodyPr anchor="t" anchorCtr="0"/>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Picture Placeholder 10">
            <a:extLst>
              <a:ext uri="{FF2B5EF4-FFF2-40B4-BE49-F238E27FC236}">
                <a16:creationId xmlns:a16="http://schemas.microsoft.com/office/drawing/2014/main" id="{6C5AB1A9-786B-C92B-C6EA-63CE0AACFB1E}"/>
              </a:ext>
            </a:extLst>
          </p:cNvPr>
          <p:cNvSpPr>
            <a:spLocks noGrp="1"/>
          </p:cNvSpPr>
          <p:nvPr>
            <p:ph type="pic" sz="quarter" idx="13" hasCustomPrompt="1"/>
          </p:nvPr>
        </p:nvSpPr>
        <p:spPr>
          <a:xfrm>
            <a:off x="8168640" y="1"/>
            <a:ext cx="4023360" cy="6858000"/>
          </a:xfrm>
          <a:blipFill>
            <a:blip r:embed="rId2">
              <a:alphaModFix amt="70000"/>
            </a:blip>
            <a:stretch>
              <a:fillRect/>
            </a:stretch>
          </a:blipFill>
        </p:spPr>
        <p:txBody>
          <a:bodyPr/>
          <a:lstStyle>
            <a:lvl1pPr>
              <a:defRPr/>
            </a:lvl1pPr>
          </a:lstStyle>
          <a:p>
            <a:r>
              <a:rPr lang="en-US"/>
              <a:t> </a:t>
            </a:r>
          </a:p>
        </p:txBody>
      </p:sp>
      <p:sp>
        <p:nvSpPr>
          <p:cNvPr id="5" name="Footer Placeholder 2">
            <a:extLst>
              <a:ext uri="{FF2B5EF4-FFF2-40B4-BE49-F238E27FC236}">
                <a16:creationId xmlns:a16="http://schemas.microsoft.com/office/drawing/2014/main" id="{C6115057-015C-DC83-074A-D22D9E0B6CD2}"/>
              </a:ext>
            </a:extLst>
          </p:cNvPr>
          <p:cNvSpPr>
            <a:spLocks noGrp="1"/>
          </p:cNvSpPr>
          <p:nvPr>
            <p:ph type="ftr" sz="quarter" idx="16"/>
          </p:nvPr>
        </p:nvSpPr>
        <p:spPr>
          <a:xfrm>
            <a:off x="542307" y="6492875"/>
            <a:ext cx="1968375" cy="365125"/>
          </a:xfrm>
        </p:spPr>
        <p:txBody>
          <a:bodyPr/>
          <a:lstStyle/>
          <a:p>
            <a:r>
              <a:rPr lang="en-US"/>
              <a:t>Sample footer text</a:t>
            </a:r>
          </a:p>
        </p:txBody>
      </p:sp>
      <p:sp>
        <p:nvSpPr>
          <p:cNvPr id="8" name="Date Placeholder 1">
            <a:extLst>
              <a:ext uri="{FF2B5EF4-FFF2-40B4-BE49-F238E27FC236}">
                <a16:creationId xmlns:a16="http://schemas.microsoft.com/office/drawing/2014/main" id="{42028964-5597-F5F0-6AEA-C79255C9BCE9}"/>
              </a:ext>
            </a:extLst>
          </p:cNvPr>
          <p:cNvSpPr>
            <a:spLocks noGrp="1"/>
          </p:cNvSpPr>
          <p:nvPr>
            <p:ph type="dt" sz="half" idx="18"/>
          </p:nvPr>
        </p:nvSpPr>
        <p:spPr>
          <a:xfrm>
            <a:off x="5284417" y="6492875"/>
            <a:ext cx="1596200" cy="365125"/>
          </a:xfrm>
        </p:spPr>
        <p:txBody>
          <a:bodyPr/>
          <a:lstStyle/>
          <a:p>
            <a:endParaRPr lang="en-US"/>
          </a:p>
        </p:txBody>
      </p:sp>
      <p:sp>
        <p:nvSpPr>
          <p:cNvPr id="6" name="Slide Number Placeholder 3">
            <a:extLst>
              <a:ext uri="{FF2B5EF4-FFF2-40B4-BE49-F238E27FC236}">
                <a16:creationId xmlns:a16="http://schemas.microsoft.com/office/drawing/2014/main" id="{B6324527-5F82-8213-FFB9-A5E6BEB2314F}"/>
              </a:ext>
            </a:extLst>
          </p:cNvPr>
          <p:cNvSpPr>
            <a:spLocks noGrp="1"/>
          </p:cNvSpPr>
          <p:nvPr>
            <p:ph type="sldNum" sz="quarter" idx="17"/>
          </p:nvPr>
        </p:nvSpPr>
        <p:spPr>
          <a:xfrm>
            <a:off x="7365810" y="6492875"/>
            <a:ext cx="429207" cy="365125"/>
          </a:xfrm>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23046791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 with Picture 5">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6B885E47-4079-9C50-E087-611C30866B20}"/>
              </a:ext>
            </a:extLst>
          </p:cNvPr>
          <p:cNvSpPr>
            <a:spLocks noGrp="1"/>
          </p:cNvSpPr>
          <p:nvPr>
            <p:ph type="title"/>
          </p:nvPr>
        </p:nvSpPr>
        <p:spPr>
          <a:xfrm>
            <a:off x="6196084" y="621793"/>
            <a:ext cx="5326684" cy="1507454"/>
          </a:xfrm>
        </p:spPr>
        <p:txBody>
          <a:bodyPr anchor="t" anchorCtr="0"/>
          <a:lstStyle/>
          <a:p>
            <a:r>
              <a:rPr lang="en-US"/>
              <a:t>Click to edit Master title style</a:t>
            </a:r>
          </a:p>
        </p:txBody>
      </p:sp>
      <p:sp>
        <p:nvSpPr>
          <p:cNvPr id="4" name="Picture Placeholder 7">
            <a:extLst>
              <a:ext uri="{FF2B5EF4-FFF2-40B4-BE49-F238E27FC236}">
                <a16:creationId xmlns:a16="http://schemas.microsoft.com/office/drawing/2014/main" id="{6CA7CCCF-A74C-FE4F-4164-4DF092E4D9BC}"/>
              </a:ext>
            </a:extLst>
          </p:cNvPr>
          <p:cNvSpPr>
            <a:spLocks noGrp="1"/>
          </p:cNvSpPr>
          <p:nvPr>
            <p:ph type="pic" sz="quarter" idx="18" hasCustomPrompt="1"/>
          </p:nvPr>
        </p:nvSpPr>
        <p:spPr>
          <a:xfrm>
            <a:off x="-1" y="0"/>
            <a:ext cx="5895833" cy="6858000"/>
          </a:xfrm>
          <a:blipFill>
            <a:blip r:embed="rId2">
              <a:alphaModFix amt="70000"/>
            </a:blip>
            <a:stretch>
              <a:fillRect/>
            </a:stretch>
          </a:blipFill>
        </p:spPr>
        <p:txBody>
          <a:bodyPr/>
          <a:lstStyle>
            <a:lvl1pPr>
              <a:defRPr/>
            </a:lvl1pPr>
          </a:lstStyle>
          <a:p>
            <a:r>
              <a:rPr lang="en-US"/>
              <a:t> </a:t>
            </a:r>
          </a:p>
        </p:txBody>
      </p:sp>
      <p:sp>
        <p:nvSpPr>
          <p:cNvPr id="5" name="Content Placeholder 7">
            <a:extLst>
              <a:ext uri="{FF2B5EF4-FFF2-40B4-BE49-F238E27FC236}">
                <a16:creationId xmlns:a16="http://schemas.microsoft.com/office/drawing/2014/main" id="{A2733663-4506-C48D-18F7-FAC92D16B245}"/>
              </a:ext>
            </a:extLst>
          </p:cNvPr>
          <p:cNvSpPr>
            <a:spLocks noGrp="1"/>
          </p:cNvSpPr>
          <p:nvPr>
            <p:ph sz="quarter" idx="19"/>
          </p:nvPr>
        </p:nvSpPr>
        <p:spPr>
          <a:xfrm>
            <a:off x="6196084" y="2498368"/>
            <a:ext cx="5364544" cy="3582748"/>
          </a:xfrm>
        </p:spPr>
        <p:txBody>
          <a:bodyPr anchor="t" anchorCtr="0"/>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8">
            <a:extLst>
              <a:ext uri="{FF2B5EF4-FFF2-40B4-BE49-F238E27FC236}">
                <a16:creationId xmlns:a16="http://schemas.microsoft.com/office/drawing/2014/main" id="{0C50E97D-3024-3B81-A109-5EAF6E7AF5B3}"/>
              </a:ext>
            </a:extLst>
          </p:cNvPr>
          <p:cNvSpPr>
            <a:spLocks noGrp="1"/>
          </p:cNvSpPr>
          <p:nvPr>
            <p:ph type="ftr" sz="quarter" idx="16"/>
          </p:nvPr>
        </p:nvSpPr>
        <p:spPr>
          <a:xfrm>
            <a:off x="6196084" y="6450237"/>
            <a:ext cx="1968375" cy="365125"/>
          </a:xfrm>
        </p:spPr>
        <p:txBody>
          <a:bodyPr anchor="b"/>
          <a:lstStyle/>
          <a:p>
            <a:r>
              <a:rPr lang="en-US"/>
              <a:t>Sample footer text</a:t>
            </a:r>
          </a:p>
        </p:txBody>
      </p:sp>
      <p:sp>
        <p:nvSpPr>
          <p:cNvPr id="3" name="Slide Number Placeholder 9">
            <a:extLst>
              <a:ext uri="{FF2B5EF4-FFF2-40B4-BE49-F238E27FC236}">
                <a16:creationId xmlns:a16="http://schemas.microsoft.com/office/drawing/2014/main" id="{27AB67CF-072E-0A2D-B536-2FEA64D53189}"/>
              </a:ext>
            </a:extLst>
          </p:cNvPr>
          <p:cNvSpPr>
            <a:spLocks noGrp="1"/>
          </p:cNvSpPr>
          <p:nvPr>
            <p:ph type="sldNum" sz="quarter" idx="17"/>
          </p:nvPr>
        </p:nvSpPr>
        <p:spPr>
          <a:xfrm>
            <a:off x="11131422" y="6464979"/>
            <a:ext cx="429207" cy="365125"/>
          </a:xfrm>
        </p:spPr>
        <p:txBody>
          <a:bodyPr anchor="b"/>
          <a:lstStyle/>
          <a:p>
            <a:fld id="{CC057153-B650-4DEB-B370-79DDCFDCE934}" type="slidenum">
              <a:rPr lang="en-US" smtClean="0"/>
              <a:t>‹#›</a:t>
            </a:fld>
            <a:endParaRPr lang="en-US"/>
          </a:p>
        </p:txBody>
      </p:sp>
    </p:spTree>
    <p:extLst>
      <p:ext uri="{BB962C8B-B14F-4D97-AF65-F5344CB8AC3E}">
        <p14:creationId xmlns:p14="http://schemas.microsoft.com/office/powerpoint/2010/main" val="402687184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B15000-16D8-B5F1-E35B-BAE97B4E6EE4}"/>
              </a:ext>
            </a:extLst>
          </p:cNvPr>
          <p:cNvSpPr>
            <a:spLocks noGrp="1"/>
          </p:cNvSpPr>
          <p:nvPr>
            <p:ph type="title"/>
          </p:nvPr>
        </p:nvSpPr>
        <p:spPr>
          <a:xfrm>
            <a:off x="518615" y="621793"/>
            <a:ext cx="5326684" cy="1507454"/>
          </a:xfrm>
        </p:spPr>
        <p:txBody>
          <a:bodyPr anchor="t" anchorCtr="0"/>
          <a:lstStyle/>
          <a:p>
            <a:r>
              <a:rPr lang="en-US"/>
              <a:t>Click to edit Master title style</a:t>
            </a:r>
          </a:p>
        </p:txBody>
      </p:sp>
      <p:sp>
        <p:nvSpPr>
          <p:cNvPr id="3" name="Content Placeholder 7">
            <a:extLst>
              <a:ext uri="{FF2B5EF4-FFF2-40B4-BE49-F238E27FC236}">
                <a16:creationId xmlns:a16="http://schemas.microsoft.com/office/drawing/2014/main" id="{B022A1E6-0A6D-9476-5034-0BDE3EE38B91}"/>
              </a:ext>
            </a:extLst>
          </p:cNvPr>
          <p:cNvSpPr>
            <a:spLocks noGrp="1"/>
          </p:cNvSpPr>
          <p:nvPr>
            <p:ph sz="quarter" idx="19"/>
          </p:nvPr>
        </p:nvSpPr>
        <p:spPr>
          <a:xfrm>
            <a:off x="518616" y="2513110"/>
            <a:ext cx="5326683" cy="3568006"/>
          </a:xfrm>
        </p:spPr>
        <p:txBody>
          <a:bodyPr anchor="t" anchorCtr="0"/>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7">
            <a:extLst>
              <a:ext uri="{FF2B5EF4-FFF2-40B4-BE49-F238E27FC236}">
                <a16:creationId xmlns:a16="http://schemas.microsoft.com/office/drawing/2014/main" id="{6B8D4096-4B0D-5226-C004-475A83BE8BFE}"/>
              </a:ext>
            </a:extLst>
          </p:cNvPr>
          <p:cNvSpPr>
            <a:spLocks noGrp="1"/>
          </p:cNvSpPr>
          <p:nvPr>
            <p:ph type="pic" sz="quarter" idx="18" hasCustomPrompt="1"/>
          </p:nvPr>
        </p:nvSpPr>
        <p:spPr>
          <a:xfrm>
            <a:off x="6308842" y="0"/>
            <a:ext cx="5883158" cy="6858000"/>
          </a:xfrm>
          <a:blipFill>
            <a:blip r:embed="rId2">
              <a:alphaModFix amt="70000"/>
            </a:blip>
            <a:stretch>
              <a:fillRect/>
            </a:stretch>
          </a:blipFill>
        </p:spPr>
        <p:txBody>
          <a:bodyPr/>
          <a:lstStyle>
            <a:lvl1pPr>
              <a:defRPr/>
            </a:lvl1pPr>
          </a:lstStyle>
          <a:p>
            <a:r>
              <a:rPr lang="en-US"/>
              <a:t> </a:t>
            </a:r>
          </a:p>
        </p:txBody>
      </p:sp>
      <p:sp>
        <p:nvSpPr>
          <p:cNvPr id="9" name="Footer Placeholder 8">
            <a:extLst>
              <a:ext uri="{FF2B5EF4-FFF2-40B4-BE49-F238E27FC236}">
                <a16:creationId xmlns:a16="http://schemas.microsoft.com/office/drawing/2014/main" id="{8917C8CF-AEBF-835D-4503-06A0208049F0}"/>
              </a:ext>
            </a:extLst>
          </p:cNvPr>
          <p:cNvSpPr>
            <a:spLocks noGrp="1"/>
          </p:cNvSpPr>
          <p:nvPr>
            <p:ph type="ftr" sz="quarter" idx="16"/>
          </p:nvPr>
        </p:nvSpPr>
        <p:spPr>
          <a:xfrm>
            <a:off x="518615" y="6450237"/>
            <a:ext cx="1968375" cy="365125"/>
          </a:xfrm>
        </p:spPr>
        <p:txBody>
          <a:bodyPr anchor="b"/>
          <a:lstStyle/>
          <a:p>
            <a:r>
              <a:rPr lang="en-US"/>
              <a:t>Sample footer text</a:t>
            </a:r>
          </a:p>
        </p:txBody>
      </p:sp>
      <p:sp>
        <p:nvSpPr>
          <p:cNvPr id="10" name="Slide Number Placeholder 9">
            <a:extLst>
              <a:ext uri="{FF2B5EF4-FFF2-40B4-BE49-F238E27FC236}">
                <a16:creationId xmlns:a16="http://schemas.microsoft.com/office/drawing/2014/main" id="{13662962-C2D0-E99D-BD6A-C97F4798F261}"/>
              </a:ext>
            </a:extLst>
          </p:cNvPr>
          <p:cNvSpPr>
            <a:spLocks noGrp="1"/>
          </p:cNvSpPr>
          <p:nvPr>
            <p:ph type="sldNum" sz="quarter" idx="17"/>
          </p:nvPr>
        </p:nvSpPr>
        <p:spPr>
          <a:xfrm>
            <a:off x="5453953" y="6464979"/>
            <a:ext cx="429207" cy="365125"/>
          </a:xfrm>
        </p:spPr>
        <p:txBody>
          <a:bodyPr anchor="b"/>
          <a:lstStyle/>
          <a:p>
            <a:fld id="{CC057153-B650-4DEB-B370-79DDCFDCE934}" type="slidenum">
              <a:rPr lang="en-US" smtClean="0"/>
              <a:t>‹#›</a:t>
            </a:fld>
            <a:endParaRPr lang="en-US"/>
          </a:p>
        </p:txBody>
      </p:sp>
    </p:spTree>
    <p:extLst>
      <p:ext uri="{BB962C8B-B14F-4D97-AF65-F5344CB8AC3E}">
        <p14:creationId xmlns:p14="http://schemas.microsoft.com/office/powerpoint/2010/main" val="361097340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with Picture 7">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68BB86E1-24F1-4785-0234-656368BC9586}"/>
              </a:ext>
            </a:extLst>
          </p:cNvPr>
          <p:cNvSpPr>
            <a:spLocks noGrp="1"/>
          </p:cNvSpPr>
          <p:nvPr>
            <p:ph type="title"/>
          </p:nvPr>
        </p:nvSpPr>
        <p:spPr>
          <a:xfrm>
            <a:off x="7097186" y="621792"/>
            <a:ext cx="4446871" cy="1867629"/>
          </a:xfrm>
        </p:spPr>
        <p:txBody>
          <a:bodyPr anchor="t">
            <a:noAutofit/>
          </a:bodyPr>
          <a:lstStyle>
            <a:lvl1pPr>
              <a:defRPr sz="5600"/>
            </a:lvl1pPr>
          </a:lstStyle>
          <a:p>
            <a:r>
              <a:rPr lang="en-US"/>
              <a:t>Click to edit Master title style</a:t>
            </a:r>
          </a:p>
        </p:txBody>
      </p:sp>
      <p:sp>
        <p:nvSpPr>
          <p:cNvPr id="4" name="Picture Placeholder 10">
            <a:extLst>
              <a:ext uri="{FF2B5EF4-FFF2-40B4-BE49-F238E27FC236}">
                <a16:creationId xmlns:a16="http://schemas.microsoft.com/office/drawing/2014/main" id="{8AC7BAE6-D45A-F41F-AEA6-769EB11D4BE9}"/>
              </a:ext>
            </a:extLst>
          </p:cNvPr>
          <p:cNvSpPr>
            <a:spLocks noGrp="1"/>
          </p:cNvSpPr>
          <p:nvPr>
            <p:ph type="pic" sz="quarter" idx="13" hasCustomPrompt="1"/>
          </p:nvPr>
        </p:nvSpPr>
        <p:spPr>
          <a:xfrm>
            <a:off x="0" y="0"/>
            <a:ext cx="6878472" cy="6858000"/>
          </a:xfrm>
          <a:blipFill>
            <a:blip r:embed="rId2">
              <a:alphaModFix amt="70000"/>
            </a:blip>
            <a:stretch>
              <a:fillRect/>
            </a:stretch>
          </a:blipFill>
        </p:spPr>
        <p:txBody>
          <a:bodyPr/>
          <a:lstStyle>
            <a:lvl1pPr>
              <a:defRPr/>
            </a:lvl1pPr>
          </a:lstStyle>
          <a:p>
            <a:r>
              <a:rPr lang="en-US"/>
              <a:t> </a:t>
            </a:r>
          </a:p>
        </p:txBody>
      </p:sp>
      <p:sp>
        <p:nvSpPr>
          <p:cNvPr id="5" name="Content Placeholder 7">
            <a:extLst>
              <a:ext uri="{FF2B5EF4-FFF2-40B4-BE49-F238E27FC236}">
                <a16:creationId xmlns:a16="http://schemas.microsoft.com/office/drawing/2014/main" id="{A9CA9496-CED8-8D3F-ABD7-73692B2D6CB1}"/>
              </a:ext>
            </a:extLst>
          </p:cNvPr>
          <p:cNvSpPr>
            <a:spLocks noGrp="1"/>
          </p:cNvSpPr>
          <p:nvPr>
            <p:ph sz="quarter" idx="14"/>
          </p:nvPr>
        </p:nvSpPr>
        <p:spPr>
          <a:xfrm>
            <a:off x="7122161" y="2890729"/>
            <a:ext cx="4449227" cy="3138438"/>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8">
            <a:extLst>
              <a:ext uri="{FF2B5EF4-FFF2-40B4-BE49-F238E27FC236}">
                <a16:creationId xmlns:a16="http://schemas.microsoft.com/office/drawing/2014/main" id="{9AA3307D-5C4C-C4FF-D129-681F24B8E79B}"/>
              </a:ext>
            </a:extLst>
          </p:cNvPr>
          <p:cNvSpPr>
            <a:spLocks noGrp="1"/>
          </p:cNvSpPr>
          <p:nvPr>
            <p:ph type="ftr" sz="quarter" idx="16"/>
          </p:nvPr>
        </p:nvSpPr>
        <p:spPr>
          <a:xfrm>
            <a:off x="7093839" y="6430476"/>
            <a:ext cx="1968375" cy="379867"/>
          </a:xfrm>
        </p:spPr>
        <p:txBody>
          <a:bodyPr anchor="b"/>
          <a:lstStyle/>
          <a:p>
            <a:r>
              <a:rPr lang="en-US"/>
              <a:t>Sample footer text</a:t>
            </a:r>
          </a:p>
        </p:txBody>
      </p:sp>
      <p:sp>
        <p:nvSpPr>
          <p:cNvPr id="6" name="Slide Number Placeholder 9">
            <a:extLst>
              <a:ext uri="{FF2B5EF4-FFF2-40B4-BE49-F238E27FC236}">
                <a16:creationId xmlns:a16="http://schemas.microsoft.com/office/drawing/2014/main" id="{AD6EB247-ADC7-7FC5-3295-B575F7E55DB1}"/>
              </a:ext>
            </a:extLst>
          </p:cNvPr>
          <p:cNvSpPr>
            <a:spLocks noGrp="1"/>
          </p:cNvSpPr>
          <p:nvPr>
            <p:ph type="sldNum" sz="quarter" idx="17"/>
          </p:nvPr>
        </p:nvSpPr>
        <p:spPr>
          <a:xfrm>
            <a:off x="11142181" y="6430476"/>
            <a:ext cx="429207" cy="379867"/>
          </a:xfrm>
        </p:spPr>
        <p:txBody>
          <a:bodyPr anchor="b"/>
          <a:lstStyle/>
          <a:p>
            <a:fld id="{CC057153-B650-4DEB-B370-79DDCFDCE934}" type="slidenum">
              <a:rPr lang="en-US" smtClean="0"/>
              <a:t>‹#›</a:t>
            </a:fld>
            <a:endParaRPr lang="en-US"/>
          </a:p>
        </p:txBody>
      </p:sp>
    </p:spTree>
    <p:extLst>
      <p:ext uri="{BB962C8B-B14F-4D97-AF65-F5344CB8AC3E}">
        <p14:creationId xmlns:p14="http://schemas.microsoft.com/office/powerpoint/2010/main" val="325694358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with Picture 8">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98B87BE0-867D-AF74-02DD-6F5420BC6D61}"/>
              </a:ext>
            </a:extLst>
          </p:cNvPr>
          <p:cNvSpPr>
            <a:spLocks noGrp="1"/>
          </p:cNvSpPr>
          <p:nvPr>
            <p:ph type="title"/>
          </p:nvPr>
        </p:nvSpPr>
        <p:spPr>
          <a:xfrm>
            <a:off x="518965" y="621792"/>
            <a:ext cx="4446871" cy="1867629"/>
          </a:xfrm>
        </p:spPr>
        <p:txBody>
          <a:bodyPr anchor="t">
            <a:noAutofit/>
          </a:bodyPr>
          <a:lstStyle>
            <a:lvl1pPr>
              <a:defRPr sz="5600"/>
            </a:lvl1pPr>
          </a:lstStyle>
          <a:p>
            <a:r>
              <a:rPr lang="en-US"/>
              <a:t>Click to edit Master title style</a:t>
            </a:r>
          </a:p>
        </p:txBody>
      </p:sp>
      <p:sp>
        <p:nvSpPr>
          <p:cNvPr id="9" name="Content Placeholder 7">
            <a:extLst>
              <a:ext uri="{FF2B5EF4-FFF2-40B4-BE49-F238E27FC236}">
                <a16:creationId xmlns:a16="http://schemas.microsoft.com/office/drawing/2014/main" id="{7B86FDEC-359F-20D5-12F6-5CBA3DC009EA}"/>
              </a:ext>
            </a:extLst>
          </p:cNvPr>
          <p:cNvSpPr>
            <a:spLocks noGrp="1"/>
          </p:cNvSpPr>
          <p:nvPr>
            <p:ph sz="quarter" idx="14"/>
          </p:nvPr>
        </p:nvSpPr>
        <p:spPr>
          <a:xfrm>
            <a:off x="543940" y="2890729"/>
            <a:ext cx="4449227" cy="3138438"/>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10">
            <a:extLst>
              <a:ext uri="{FF2B5EF4-FFF2-40B4-BE49-F238E27FC236}">
                <a16:creationId xmlns:a16="http://schemas.microsoft.com/office/drawing/2014/main" id="{FBEF9CB2-E8D7-8869-9B11-C58F1606DFE0}"/>
              </a:ext>
            </a:extLst>
          </p:cNvPr>
          <p:cNvSpPr>
            <a:spLocks noGrp="1"/>
          </p:cNvSpPr>
          <p:nvPr>
            <p:ph type="pic" sz="quarter" idx="13" hasCustomPrompt="1"/>
          </p:nvPr>
        </p:nvSpPr>
        <p:spPr>
          <a:xfrm>
            <a:off x="5363570" y="0"/>
            <a:ext cx="6828430" cy="6858000"/>
          </a:xfrm>
          <a:blipFill>
            <a:blip r:embed="rId2">
              <a:alphaModFix amt="70000"/>
            </a:blip>
            <a:stretch>
              <a:fillRect/>
            </a:stretch>
          </a:blipFill>
        </p:spPr>
        <p:txBody>
          <a:bodyPr/>
          <a:lstStyle>
            <a:lvl1pPr>
              <a:defRPr/>
            </a:lvl1pPr>
          </a:lstStyle>
          <a:p>
            <a:r>
              <a:rPr lang="en-US"/>
              <a:t> </a:t>
            </a:r>
          </a:p>
        </p:txBody>
      </p:sp>
      <p:sp>
        <p:nvSpPr>
          <p:cNvPr id="10" name="Footer Placeholder 8">
            <a:extLst>
              <a:ext uri="{FF2B5EF4-FFF2-40B4-BE49-F238E27FC236}">
                <a16:creationId xmlns:a16="http://schemas.microsoft.com/office/drawing/2014/main" id="{4784CE43-81E9-3B12-CB65-9B5FC6ECE9ED}"/>
              </a:ext>
            </a:extLst>
          </p:cNvPr>
          <p:cNvSpPr>
            <a:spLocks noGrp="1"/>
          </p:cNvSpPr>
          <p:nvPr>
            <p:ph type="ftr" sz="quarter" idx="16"/>
          </p:nvPr>
        </p:nvSpPr>
        <p:spPr>
          <a:xfrm>
            <a:off x="515618" y="6430476"/>
            <a:ext cx="1968375" cy="379867"/>
          </a:xfrm>
        </p:spPr>
        <p:txBody>
          <a:bodyPr anchor="b"/>
          <a:lstStyle/>
          <a:p>
            <a:r>
              <a:rPr lang="en-US"/>
              <a:t>Sample footer text</a:t>
            </a:r>
          </a:p>
        </p:txBody>
      </p:sp>
      <p:sp>
        <p:nvSpPr>
          <p:cNvPr id="11" name="Slide Number Placeholder 9">
            <a:extLst>
              <a:ext uri="{FF2B5EF4-FFF2-40B4-BE49-F238E27FC236}">
                <a16:creationId xmlns:a16="http://schemas.microsoft.com/office/drawing/2014/main" id="{779F1775-5104-9F86-4A61-07F914947CC9}"/>
              </a:ext>
            </a:extLst>
          </p:cNvPr>
          <p:cNvSpPr>
            <a:spLocks noGrp="1"/>
          </p:cNvSpPr>
          <p:nvPr>
            <p:ph type="sldNum" sz="quarter" idx="17"/>
          </p:nvPr>
        </p:nvSpPr>
        <p:spPr>
          <a:xfrm>
            <a:off x="4563960" y="6430476"/>
            <a:ext cx="429207" cy="379867"/>
          </a:xfrm>
        </p:spPr>
        <p:txBody>
          <a:bodyPr anchor="b"/>
          <a:lstStyle/>
          <a:p>
            <a:fld id="{CC057153-B650-4DEB-B370-79DDCFDCE934}" type="slidenum">
              <a:rPr lang="en-US" smtClean="0"/>
              <a:t>‹#›</a:t>
            </a:fld>
            <a:endParaRPr lang="en-US"/>
          </a:p>
        </p:txBody>
      </p:sp>
    </p:spTree>
    <p:extLst>
      <p:ext uri="{BB962C8B-B14F-4D97-AF65-F5344CB8AC3E}">
        <p14:creationId xmlns:p14="http://schemas.microsoft.com/office/powerpoint/2010/main" val="214831669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649733" y="621792"/>
            <a:ext cx="3884546" cy="2280501"/>
          </a:xfrm>
        </p:spPr>
        <p:txBody>
          <a:bodyPr anchor="t">
            <a:noAutofit/>
          </a:bodyPr>
          <a:lstStyle>
            <a:lvl1pPr>
              <a:defRPr sz="5600"/>
            </a:lvl1pPr>
          </a:lstStyle>
          <a:p>
            <a:r>
              <a:rPr lang="en-US"/>
              <a:t>Click to edit Master title style</a:t>
            </a:r>
          </a:p>
        </p:txBody>
      </p:sp>
      <p:sp>
        <p:nvSpPr>
          <p:cNvPr id="3" name="Picture Placeholder 10">
            <a:extLst>
              <a:ext uri="{FF2B5EF4-FFF2-40B4-BE49-F238E27FC236}">
                <a16:creationId xmlns:a16="http://schemas.microsoft.com/office/drawing/2014/main" id="{74736F65-8A7D-D535-AAD0-31480F8AD318}"/>
              </a:ext>
            </a:extLst>
          </p:cNvPr>
          <p:cNvSpPr>
            <a:spLocks noGrp="1"/>
          </p:cNvSpPr>
          <p:nvPr>
            <p:ph type="pic" sz="quarter" idx="13" hasCustomPrompt="1"/>
          </p:nvPr>
        </p:nvSpPr>
        <p:spPr>
          <a:xfrm>
            <a:off x="-1" y="0"/>
            <a:ext cx="7260609" cy="6858000"/>
          </a:xfrm>
          <a:blipFill>
            <a:blip r:embed="rId2">
              <a:alphaModFix amt="70000"/>
            </a:blip>
            <a:stretch>
              <a:fillRect/>
            </a:stretch>
          </a:blipFill>
        </p:spPr>
        <p:txBody>
          <a:bodyPr/>
          <a:lstStyle>
            <a:lvl1pPr>
              <a:defRPr/>
            </a:lvl1pPr>
          </a:lstStyle>
          <a:p>
            <a:r>
              <a:rPr lang="en-US"/>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687521" y="3211512"/>
            <a:ext cx="3884547" cy="2743200"/>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8">
            <a:extLst>
              <a:ext uri="{FF2B5EF4-FFF2-40B4-BE49-F238E27FC236}">
                <a16:creationId xmlns:a16="http://schemas.microsoft.com/office/drawing/2014/main" id="{C64245F1-97E2-FD23-26A5-03067F464698}"/>
              </a:ext>
            </a:extLst>
          </p:cNvPr>
          <p:cNvSpPr>
            <a:spLocks noGrp="1"/>
          </p:cNvSpPr>
          <p:nvPr>
            <p:ph type="ftr" sz="quarter" idx="16"/>
          </p:nvPr>
        </p:nvSpPr>
        <p:spPr>
          <a:xfrm>
            <a:off x="7649733" y="6456384"/>
            <a:ext cx="1968375" cy="379867"/>
          </a:xfrm>
        </p:spPr>
        <p:txBody>
          <a:bodyPr anchor="b"/>
          <a:lstStyle/>
          <a:p>
            <a:r>
              <a:rPr lang="en-US"/>
              <a:t>Sample footer text</a:t>
            </a:r>
          </a:p>
        </p:txBody>
      </p:sp>
      <p:sp>
        <p:nvSpPr>
          <p:cNvPr id="5" name="Slide Number Placeholder 9">
            <a:extLst>
              <a:ext uri="{FF2B5EF4-FFF2-40B4-BE49-F238E27FC236}">
                <a16:creationId xmlns:a16="http://schemas.microsoft.com/office/drawing/2014/main" id="{15E75D5B-F407-F4DD-192B-D56CF168CDA4}"/>
              </a:ext>
            </a:extLst>
          </p:cNvPr>
          <p:cNvSpPr>
            <a:spLocks noGrp="1"/>
          </p:cNvSpPr>
          <p:nvPr>
            <p:ph type="sldNum" sz="quarter" idx="17"/>
          </p:nvPr>
        </p:nvSpPr>
        <p:spPr>
          <a:xfrm>
            <a:off x="11134152" y="6456385"/>
            <a:ext cx="429207" cy="379867"/>
          </a:xfrm>
        </p:spPr>
        <p:txBody>
          <a:bodyPr anchor="b"/>
          <a:lstStyle/>
          <a:p>
            <a:fld id="{CC057153-B650-4DEB-B370-79DDCFDCE934}" type="slidenum">
              <a:rPr lang="en-US" smtClean="0"/>
              <a:t>‹#›</a:t>
            </a:fld>
            <a:endParaRPr lang="en-US"/>
          </a:p>
        </p:txBody>
      </p:sp>
    </p:spTree>
    <p:extLst>
      <p:ext uri="{BB962C8B-B14F-4D97-AF65-F5344CB8AC3E}">
        <p14:creationId xmlns:p14="http://schemas.microsoft.com/office/powerpoint/2010/main" val="152366851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57332-4C5A-BFFF-1742-2916FBD83118}"/>
              </a:ext>
            </a:extLst>
          </p:cNvPr>
          <p:cNvSpPr>
            <a:spLocks noGrp="1"/>
          </p:cNvSpPr>
          <p:nvPr>
            <p:ph type="title"/>
          </p:nvPr>
        </p:nvSpPr>
        <p:spPr>
          <a:xfrm>
            <a:off x="512064" y="621792"/>
            <a:ext cx="3884546" cy="2280501"/>
          </a:xfrm>
        </p:spPr>
        <p:txBody>
          <a:bodyPr anchor="t">
            <a:noAutofit/>
          </a:bodyPr>
          <a:lstStyle>
            <a:lvl1pPr>
              <a:defRPr sz="5600"/>
            </a:lvl1pPr>
          </a:lstStyle>
          <a:p>
            <a:r>
              <a:rPr lang="en-US"/>
              <a:t>Click to edit Master title style</a:t>
            </a:r>
          </a:p>
        </p:txBody>
      </p:sp>
      <p:sp>
        <p:nvSpPr>
          <p:cNvPr id="3" name="Content Placeholder 7">
            <a:extLst>
              <a:ext uri="{FF2B5EF4-FFF2-40B4-BE49-F238E27FC236}">
                <a16:creationId xmlns:a16="http://schemas.microsoft.com/office/drawing/2014/main" id="{3D76D0DE-4A60-5EEB-7C52-24A5022D25C8}"/>
              </a:ext>
            </a:extLst>
          </p:cNvPr>
          <p:cNvSpPr>
            <a:spLocks noGrp="1"/>
          </p:cNvSpPr>
          <p:nvPr>
            <p:ph sz="quarter" idx="14"/>
          </p:nvPr>
        </p:nvSpPr>
        <p:spPr>
          <a:xfrm>
            <a:off x="530352" y="3209544"/>
            <a:ext cx="3884547" cy="2743200"/>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10">
            <a:extLst>
              <a:ext uri="{FF2B5EF4-FFF2-40B4-BE49-F238E27FC236}">
                <a16:creationId xmlns:a16="http://schemas.microsoft.com/office/drawing/2014/main" id="{2A6199B6-23BC-9435-621B-74DD4470E14D}"/>
              </a:ext>
            </a:extLst>
          </p:cNvPr>
          <p:cNvSpPr>
            <a:spLocks noGrp="1"/>
          </p:cNvSpPr>
          <p:nvPr>
            <p:ph type="pic" sz="quarter" idx="13" hasCustomPrompt="1"/>
          </p:nvPr>
        </p:nvSpPr>
        <p:spPr>
          <a:xfrm>
            <a:off x="4954137" y="0"/>
            <a:ext cx="7237863" cy="6858000"/>
          </a:xfrm>
          <a:blipFill>
            <a:blip r:embed="rId2">
              <a:alphaModFix amt="70000"/>
            </a:blip>
            <a:stretch>
              <a:fillRect/>
            </a:stretch>
          </a:blipFill>
        </p:spPr>
        <p:txBody>
          <a:bodyPr/>
          <a:lstStyle>
            <a:lvl1pPr>
              <a:defRPr/>
            </a:lvl1pPr>
          </a:lstStyle>
          <a:p>
            <a:r>
              <a:rPr lang="en-US"/>
              <a:t> </a:t>
            </a:r>
          </a:p>
        </p:txBody>
      </p:sp>
      <p:sp>
        <p:nvSpPr>
          <p:cNvPr id="4" name="Footer Placeholder 8">
            <a:extLst>
              <a:ext uri="{FF2B5EF4-FFF2-40B4-BE49-F238E27FC236}">
                <a16:creationId xmlns:a16="http://schemas.microsoft.com/office/drawing/2014/main" id="{A255C95A-1493-49D0-7E13-22BA91D6C3D8}"/>
              </a:ext>
            </a:extLst>
          </p:cNvPr>
          <p:cNvSpPr>
            <a:spLocks noGrp="1"/>
          </p:cNvSpPr>
          <p:nvPr>
            <p:ph type="ftr" sz="quarter" idx="16"/>
          </p:nvPr>
        </p:nvSpPr>
        <p:spPr>
          <a:xfrm>
            <a:off x="530352" y="6456384"/>
            <a:ext cx="1968375" cy="379867"/>
          </a:xfrm>
        </p:spPr>
        <p:txBody>
          <a:bodyPr anchor="b"/>
          <a:lstStyle/>
          <a:p>
            <a:r>
              <a:rPr lang="en-US"/>
              <a:t>Sample footer text</a:t>
            </a:r>
          </a:p>
        </p:txBody>
      </p:sp>
      <p:sp>
        <p:nvSpPr>
          <p:cNvPr id="5" name="Slide Number Placeholder 9">
            <a:extLst>
              <a:ext uri="{FF2B5EF4-FFF2-40B4-BE49-F238E27FC236}">
                <a16:creationId xmlns:a16="http://schemas.microsoft.com/office/drawing/2014/main" id="{E1D75304-C483-6598-27D2-779691F756A6}"/>
              </a:ext>
            </a:extLst>
          </p:cNvPr>
          <p:cNvSpPr>
            <a:spLocks noGrp="1"/>
          </p:cNvSpPr>
          <p:nvPr>
            <p:ph type="sldNum" sz="quarter" idx="17"/>
          </p:nvPr>
        </p:nvSpPr>
        <p:spPr>
          <a:xfrm>
            <a:off x="4008087" y="6456385"/>
            <a:ext cx="429207" cy="379867"/>
          </a:xfrm>
        </p:spPr>
        <p:txBody>
          <a:bodyPr anchor="b"/>
          <a:lstStyle/>
          <a:p>
            <a:fld id="{CC057153-B650-4DEB-B370-79DDCFDCE934}" type="slidenum">
              <a:rPr lang="en-US" smtClean="0"/>
              <a:t>‹#›</a:t>
            </a:fld>
            <a:endParaRPr lang="en-US"/>
          </a:p>
        </p:txBody>
      </p:sp>
    </p:spTree>
    <p:extLst>
      <p:ext uri="{BB962C8B-B14F-4D97-AF65-F5344CB8AC3E}">
        <p14:creationId xmlns:p14="http://schemas.microsoft.com/office/powerpoint/2010/main" val="314937343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t with Picture 12">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B686070-85E7-EB57-8965-F95F2692CC62}"/>
              </a:ext>
            </a:extLst>
          </p:cNvPr>
          <p:cNvSpPr>
            <a:spLocks noGrp="1"/>
          </p:cNvSpPr>
          <p:nvPr>
            <p:ph type="title"/>
          </p:nvPr>
        </p:nvSpPr>
        <p:spPr>
          <a:xfrm>
            <a:off x="512064" y="3608276"/>
            <a:ext cx="4428700" cy="2620587"/>
          </a:xfrm>
        </p:spPr>
        <p:txBody>
          <a:bodyPr anchor="t">
            <a:noAutofit/>
          </a:bodyPr>
          <a:lstStyle>
            <a:lvl1pPr>
              <a:defRPr sz="56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3429000"/>
          </a:xfrm>
          <a:blipFill>
            <a:blip r:embed="rId2">
              <a:alphaModFix amt="70000"/>
            </a:blip>
            <a:stretch>
              <a:fillRect/>
            </a:stretch>
          </a:blipFill>
        </p:spPr>
        <p:txBody>
          <a:bodyPr/>
          <a:lstStyle>
            <a:lvl1pPr>
              <a:defRPr/>
            </a:lvl1pPr>
          </a:lstStyle>
          <a:p>
            <a:r>
              <a:rPr lang="en-US"/>
              <a:t> </a:t>
            </a:r>
          </a:p>
        </p:txBody>
      </p:sp>
      <p:sp>
        <p:nvSpPr>
          <p:cNvPr id="2" name="Content Placeholder 7">
            <a:extLst>
              <a:ext uri="{FF2B5EF4-FFF2-40B4-BE49-F238E27FC236}">
                <a16:creationId xmlns:a16="http://schemas.microsoft.com/office/drawing/2014/main" id="{4546533B-13A8-961D-BD05-8DE715F63409}"/>
              </a:ext>
            </a:extLst>
          </p:cNvPr>
          <p:cNvSpPr>
            <a:spLocks noGrp="1"/>
          </p:cNvSpPr>
          <p:nvPr>
            <p:ph sz="quarter" idx="14"/>
          </p:nvPr>
        </p:nvSpPr>
        <p:spPr>
          <a:xfrm>
            <a:off x="5268036" y="3579702"/>
            <a:ext cx="6298442" cy="2620587"/>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8">
            <a:extLst>
              <a:ext uri="{FF2B5EF4-FFF2-40B4-BE49-F238E27FC236}">
                <a16:creationId xmlns:a16="http://schemas.microsoft.com/office/drawing/2014/main" id="{9349FD65-108E-79AD-A9C8-91429963386F}"/>
              </a:ext>
            </a:extLst>
          </p:cNvPr>
          <p:cNvSpPr>
            <a:spLocks noGrp="1"/>
          </p:cNvSpPr>
          <p:nvPr>
            <p:ph type="ftr" sz="quarter" idx="16"/>
          </p:nvPr>
        </p:nvSpPr>
        <p:spPr>
          <a:xfrm>
            <a:off x="5262666" y="6442872"/>
            <a:ext cx="1968375" cy="379867"/>
          </a:xfrm>
        </p:spPr>
        <p:txBody>
          <a:bodyPr anchor="b"/>
          <a:lstStyle/>
          <a:p>
            <a:r>
              <a:rPr lang="en-US"/>
              <a:t>Sample footer text</a:t>
            </a:r>
          </a:p>
        </p:txBody>
      </p:sp>
      <p:sp>
        <p:nvSpPr>
          <p:cNvPr id="12" name="Date Placeholder 2">
            <a:extLst>
              <a:ext uri="{FF2B5EF4-FFF2-40B4-BE49-F238E27FC236}">
                <a16:creationId xmlns:a16="http://schemas.microsoft.com/office/drawing/2014/main" id="{547B7542-C2BA-4322-9FF4-E2713B917492}"/>
              </a:ext>
            </a:extLst>
          </p:cNvPr>
          <p:cNvSpPr>
            <a:spLocks noGrp="1"/>
          </p:cNvSpPr>
          <p:nvPr>
            <p:ph type="dt" sz="half" idx="18"/>
          </p:nvPr>
        </p:nvSpPr>
        <p:spPr>
          <a:xfrm>
            <a:off x="7697040" y="6442872"/>
            <a:ext cx="2295997" cy="379867"/>
          </a:xfrm>
        </p:spPr>
        <p:txBody>
          <a:bodyPr anchor="b"/>
          <a:lstStyle/>
          <a:p>
            <a:endParaRPr lang="en-US"/>
          </a:p>
        </p:txBody>
      </p:sp>
      <p:sp>
        <p:nvSpPr>
          <p:cNvPr id="7" name="Slide Number Placeholder 9">
            <a:extLst>
              <a:ext uri="{FF2B5EF4-FFF2-40B4-BE49-F238E27FC236}">
                <a16:creationId xmlns:a16="http://schemas.microsoft.com/office/drawing/2014/main" id="{EB058DA4-9F6F-CC80-D1C5-728E096806C3}"/>
              </a:ext>
            </a:extLst>
          </p:cNvPr>
          <p:cNvSpPr>
            <a:spLocks noGrp="1"/>
          </p:cNvSpPr>
          <p:nvPr>
            <p:ph type="sldNum" sz="quarter" idx="17"/>
          </p:nvPr>
        </p:nvSpPr>
        <p:spPr>
          <a:xfrm>
            <a:off x="11137271" y="6442873"/>
            <a:ext cx="429207" cy="379867"/>
          </a:xfrm>
        </p:spPr>
        <p:txBody>
          <a:bodyPr anchor="b"/>
          <a:lstStyle/>
          <a:p>
            <a:fld id="{CC057153-B650-4DEB-B370-79DDCFDCE934}" type="slidenum">
              <a:rPr lang="en-US" smtClean="0"/>
              <a:t>‹#›</a:t>
            </a:fld>
            <a:endParaRPr lang="en-US"/>
          </a:p>
        </p:txBody>
      </p:sp>
    </p:spTree>
    <p:extLst>
      <p:ext uri="{BB962C8B-B14F-4D97-AF65-F5344CB8AC3E}">
        <p14:creationId xmlns:p14="http://schemas.microsoft.com/office/powerpoint/2010/main" val="251804740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 with Picture 13">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CEC4192E-0615-6D24-7F21-2ED903A0F72C}"/>
              </a:ext>
            </a:extLst>
          </p:cNvPr>
          <p:cNvSpPr>
            <a:spLocks noGrp="1"/>
          </p:cNvSpPr>
          <p:nvPr>
            <p:ph type="title"/>
          </p:nvPr>
        </p:nvSpPr>
        <p:spPr>
          <a:xfrm>
            <a:off x="512064" y="621792"/>
            <a:ext cx="4428700" cy="2601925"/>
          </a:xfrm>
        </p:spPr>
        <p:txBody>
          <a:bodyPr anchor="t">
            <a:noAutofit/>
          </a:bodyPr>
          <a:lstStyle>
            <a:lvl1pPr>
              <a:defRPr sz="5600"/>
            </a:lvl1pPr>
          </a:lstStyle>
          <a:p>
            <a:r>
              <a:rPr lang="en-US"/>
              <a:t>Click to edit Master title style</a:t>
            </a:r>
          </a:p>
        </p:txBody>
      </p:sp>
      <p:sp>
        <p:nvSpPr>
          <p:cNvPr id="8" name="Footer Placeholder 7">
            <a:extLst>
              <a:ext uri="{FF2B5EF4-FFF2-40B4-BE49-F238E27FC236}">
                <a16:creationId xmlns:a16="http://schemas.microsoft.com/office/drawing/2014/main" id="{353F39CB-9CE6-B4F1-AF33-1A09A12BE9AE}"/>
              </a:ext>
            </a:extLst>
          </p:cNvPr>
          <p:cNvSpPr>
            <a:spLocks noGrp="1"/>
          </p:cNvSpPr>
          <p:nvPr>
            <p:ph type="ftr" sz="quarter" idx="16"/>
          </p:nvPr>
        </p:nvSpPr>
        <p:spPr>
          <a:xfrm>
            <a:off x="530352" y="110364"/>
            <a:ext cx="4297680" cy="365125"/>
          </a:xfrm>
        </p:spPr>
        <p:txBody>
          <a:bodyPr/>
          <a:lstStyle/>
          <a:p>
            <a:r>
              <a:rPr lang="en-US"/>
              <a:t>Sample footer text</a:t>
            </a:r>
          </a:p>
        </p:txBody>
      </p:sp>
      <p:sp>
        <p:nvSpPr>
          <p:cNvPr id="7" name="Date Placeholder 6">
            <a:extLst>
              <a:ext uri="{FF2B5EF4-FFF2-40B4-BE49-F238E27FC236}">
                <a16:creationId xmlns:a16="http://schemas.microsoft.com/office/drawing/2014/main" id="{40F9206B-94E8-C3F0-6151-8464A5C587D6}"/>
              </a:ext>
            </a:extLst>
          </p:cNvPr>
          <p:cNvSpPr>
            <a:spLocks noGrp="1"/>
          </p:cNvSpPr>
          <p:nvPr>
            <p:ph type="dt" sz="half" idx="15"/>
          </p:nvPr>
        </p:nvSpPr>
        <p:spPr>
          <a:xfrm>
            <a:off x="5264400" y="104576"/>
            <a:ext cx="4836883" cy="365125"/>
          </a:xfrm>
        </p:spPr>
        <p:txBody>
          <a:bodyPr/>
          <a:lstStyle/>
          <a:p>
            <a:endParaRPr lang="en-US"/>
          </a:p>
        </p:txBody>
      </p:sp>
      <p:sp>
        <p:nvSpPr>
          <p:cNvPr id="10" name="Slide Number Placeholder 9">
            <a:extLst>
              <a:ext uri="{FF2B5EF4-FFF2-40B4-BE49-F238E27FC236}">
                <a16:creationId xmlns:a16="http://schemas.microsoft.com/office/drawing/2014/main" id="{90CE137C-A6F0-119E-F45A-788BDB12E8F7}"/>
              </a:ext>
            </a:extLst>
          </p:cNvPr>
          <p:cNvSpPr>
            <a:spLocks noGrp="1"/>
          </p:cNvSpPr>
          <p:nvPr>
            <p:ph type="sldNum" sz="quarter" idx="17"/>
          </p:nvPr>
        </p:nvSpPr>
        <p:spPr>
          <a:xfrm>
            <a:off x="11136179" y="110364"/>
            <a:ext cx="429207" cy="365125"/>
          </a:xfrm>
        </p:spPr>
        <p:txBody>
          <a:bodyPr/>
          <a:lstStyle/>
          <a:p>
            <a:fld id="{CC057153-B650-4DEB-B370-79DDCFDCE934}" type="slidenum">
              <a:rPr lang="en-US" smtClean="0"/>
              <a:pPr/>
              <a:t>‹#›</a:t>
            </a:fld>
            <a:endParaRPr lang="en-US"/>
          </a:p>
        </p:txBody>
      </p:sp>
      <p:sp>
        <p:nvSpPr>
          <p:cNvPr id="9" name="Content Placeholder 7">
            <a:extLst>
              <a:ext uri="{FF2B5EF4-FFF2-40B4-BE49-F238E27FC236}">
                <a16:creationId xmlns:a16="http://schemas.microsoft.com/office/drawing/2014/main" id="{D330B07B-AD04-71E7-8385-E5A3DE536FA1}"/>
              </a:ext>
            </a:extLst>
          </p:cNvPr>
          <p:cNvSpPr>
            <a:spLocks noGrp="1"/>
          </p:cNvSpPr>
          <p:nvPr>
            <p:ph sz="quarter" idx="14"/>
          </p:nvPr>
        </p:nvSpPr>
        <p:spPr>
          <a:xfrm>
            <a:off x="5266944" y="603504"/>
            <a:ext cx="6298442" cy="2601925"/>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Picture Placeholder 10">
            <a:extLst>
              <a:ext uri="{FF2B5EF4-FFF2-40B4-BE49-F238E27FC236}">
                <a16:creationId xmlns:a16="http://schemas.microsoft.com/office/drawing/2014/main" id="{2BD75130-65F5-8CA7-F1DB-569BD060C526}"/>
              </a:ext>
            </a:extLst>
          </p:cNvPr>
          <p:cNvSpPr>
            <a:spLocks noGrp="1"/>
          </p:cNvSpPr>
          <p:nvPr>
            <p:ph type="pic" sz="quarter" idx="13" hasCustomPrompt="1"/>
          </p:nvPr>
        </p:nvSpPr>
        <p:spPr>
          <a:xfrm>
            <a:off x="-1" y="3429000"/>
            <a:ext cx="12192000" cy="3429000"/>
          </a:xfrm>
          <a:blipFill>
            <a:blip r:embed="rId2">
              <a:alphaModFix amt="70000"/>
            </a:blip>
            <a:stretch>
              <a:fillRect/>
            </a:stretch>
          </a:blipFill>
        </p:spPr>
        <p:txBody>
          <a:bodyPr/>
          <a:lstStyle>
            <a:lvl1pPr>
              <a:defRPr/>
            </a:lvl1pPr>
          </a:lstStyle>
          <a:p>
            <a:r>
              <a:rPr lang="en-US"/>
              <a:t> </a:t>
            </a:r>
          </a:p>
        </p:txBody>
      </p:sp>
    </p:spTree>
    <p:extLst>
      <p:ext uri="{BB962C8B-B14F-4D97-AF65-F5344CB8AC3E}">
        <p14:creationId xmlns:p14="http://schemas.microsoft.com/office/powerpoint/2010/main" val="306560548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 with Picture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12063" y="621792"/>
            <a:ext cx="6680347" cy="1892808"/>
          </a:xfrm>
        </p:spPr>
        <p:txBody>
          <a:bodyPr anchor="t">
            <a:noAutofit/>
          </a:bodyPr>
          <a:lstStyle>
            <a:lvl1pPr>
              <a:defRPr sz="5600"/>
            </a:lvl1pPr>
          </a:lstStyle>
          <a:p>
            <a:r>
              <a:rPr lang="en-US"/>
              <a:t>Click to edit Master title style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30351" y="3005447"/>
            <a:ext cx="6680345" cy="3230761"/>
          </a:xfrm>
        </p:spPr>
        <p:txBody>
          <a:bodyPr anchor="t" anchorCtr="0">
            <a:noAutofit/>
          </a:bodyPr>
          <a:lstStyle>
            <a:lvl1pPr marL="0" indent="0">
              <a:buFont typeface="Arial" panose="020B0604020202020204" pitchFamily="34" charset="0"/>
              <a:buNone/>
              <a:defRPr sz="1400"/>
            </a:lvl1pPr>
            <a:lvl2pPr marL="228600" indent="0">
              <a:buFont typeface="Arial" panose="020B0604020202020204" pitchFamily="34" charset="0"/>
              <a:buNone/>
              <a:defRPr sz="1400"/>
            </a:lvl2pPr>
            <a:lvl3pPr marL="457200" indent="0">
              <a:buFont typeface="Arial" panose="020B0604020202020204" pitchFamily="34" charset="0"/>
              <a:buNone/>
              <a:defRPr sz="1400"/>
            </a:lvl3pPr>
            <a:lvl4pPr marL="685800" indent="0">
              <a:buFont typeface="Arial" panose="020B0604020202020204" pitchFamily="34" charset="0"/>
              <a:buNone/>
              <a:defRPr sz="1400"/>
            </a:lvl4pPr>
            <a:lvl5pPr marL="914400" indent="0">
              <a:buFont typeface="Arial" panose="020B0604020202020204" pitchFamily="34" charse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Picture Placeholder 10">
            <a:extLst>
              <a:ext uri="{FF2B5EF4-FFF2-40B4-BE49-F238E27FC236}">
                <a16:creationId xmlns:a16="http://schemas.microsoft.com/office/drawing/2014/main" id="{6D26A7AC-B400-7088-EC1C-217678DB14AB}"/>
              </a:ext>
            </a:extLst>
          </p:cNvPr>
          <p:cNvSpPr>
            <a:spLocks noGrp="1"/>
          </p:cNvSpPr>
          <p:nvPr>
            <p:ph type="pic" sz="quarter" idx="18"/>
          </p:nvPr>
        </p:nvSpPr>
        <p:spPr>
          <a:xfrm>
            <a:off x="7424382" y="136478"/>
            <a:ext cx="4612943" cy="6099730"/>
          </a:xfrm>
          <a:blipFill>
            <a:blip r:embed="rId2">
              <a:alphaModFix amt="70000"/>
            </a:blip>
            <a:stretch>
              <a:fillRect/>
            </a:stretch>
          </a:blipFill>
        </p:spPr>
        <p:txBody>
          <a:bodyPr/>
          <a:lstStyle/>
          <a:p>
            <a:endParaRPr lang="en-US"/>
          </a:p>
          <a:p>
            <a:endParaRPr lang="en-US"/>
          </a:p>
        </p:txBody>
      </p:sp>
      <p:sp>
        <p:nvSpPr>
          <p:cNvPr id="3" name="Footer Placeholder 8">
            <a:extLst>
              <a:ext uri="{FF2B5EF4-FFF2-40B4-BE49-F238E27FC236}">
                <a16:creationId xmlns:a16="http://schemas.microsoft.com/office/drawing/2014/main" id="{34B3914D-A10D-2D8F-7CC2-7E07FAAE88EA}"/>
              </a:ext>
            </a:extLst>
          </p:cNvPr>
          <p:cNvSpPr>
            <a:spLocks noGrp="1"/>
          </p:cNvSpPr>
          <p:nvPr>
            <p:ph type="ftr" sz="quarter" idx="16"/>
          </p:nvPr>
        </p:nvSpPr>
        <p:spPr>
          <a:xfrm>
            <a:off x="530352" y="6462179"/>
            <a:ext cx="1968375" cy="365125"/>
          </a:xfrm>
        </p:spPr>
        <p:txBody>
          <a:bodyPr anchor="b"/>
          <a:lstStyle/>
          <a:p>
            <a:r>
              <a:rPr lang="en-US"/>
              <a:t>Sample footer text</a:t>
            </a:r>
          </a:p>
        </p:txBody>
      </p:sp>
      <p:sp>
        <p:nvSpPr>
          <p:cNvPr id="10" name="Date Placeholder 9">
            <a:extLst>
              <a:ext uri="{FF2B5EF4-FFF2-40B4-BE49-F238E27FC236}">
                <a16:creationId xmlns:a16="http://schemas.microsoft.com/office/drawing/2014/main" id="{4A78AAE3-4F7C-3B5B-F640-B147F33EB691}"/>
              </a:ext>
            </a:extLst>
          </p:cNvPr>
          <p:cNvSpPr>
            <a:spLocks noGrp="1"/>
          </p:cNvSpPr>
          <p:nvPr>
            <p:ph type="dt" sz="half" idx="19"/>
          </p:nvPr>
        </p:nvSpPr>
        <p:spPr>
          <a:xfrm>
            <a:off x="7328846" y="6492875"/>
            <a:ext cx="3270368" cy="365125"/>
          </a:xfrm>
        </p:spPr>
        <p:txBody>
          <a:bodyPr anchor="b"/>
          <a:lstStyle/>
          <a:p>
            <a:endParaRPr lang="en-US"/>
          </a:p>
        </p:txBody>
      </p:sp>
      <p:sp>
        <p:nvSpPr>
          <p:cNvPr id="4" name="Slide Number Placeholder 9">
            <a:extLst>
              <a:ext uri="{FF2B5EF4-FFF2-40B4-BE49-F238E27FC236}">
                <a16:creationId xmlns:a16="http://schemas.microsoft.com/office/drawing/2014/main" id="{728CC4AA-DAFA-3E74-3F32-B26BE709A8D2}"/>
              </a:ext>
            </a:extLst>
          </p:cNvPr>
          <p:cNvSpPr>
            <a:spLocks noGrp="1"/>
          </p:cNvSpPr>
          <p:nvPr>
            <p:ph type="sldNum" sz="quarter" idx="17"/>
          </p:nvPr>
        </p:nvSpPr>
        <p:spPr>
          <a:xfrm>
            <a:off x="11762793" y="6462179"/>
            <a:ext cx="429207" cy="365125"/>
          </a:xfrm>
        </p:spPr>
        <p:txBody>
          <a:bodyPr anchor="b"/>
          <a:lstStyle/>
          <a:p>
            <a:fld id="{CC057153-B650-4DEB-B370-79DDCFDCE934}" type="slidenum">
              <a:rPr lang="en-US" smtClean="0"/>
              <a:t>‹#›</a:t>
            </a:fld>
            <a:endParaRPr lang="en-US"/>
          </a:p>
        </p:txBody>
      </p:sp>
    </p:spTree>
    <p:extLst>
      <p:ext uri="{BB962C8B-B14F-4D97-AF65-F5344CB8AC3E}">
        <p14:creationId xmlns:p14="http://schemas.microsoft.com/office/powerpoint/2010/main" val="122239482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 with Picture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EDCA9E-2928-08E5-AA9D-7B45CB4A9C86}"/>
              </a:ext>
            </a:extLst>
          </p:cNvPr>
          <p:cNvSpPr>
            <a:spLocks noGrp="1"/>
          </p:cNvSpPr>
          <p:nvPr>
            <p:ph type="title"/>
          </p:nvPr>
        </p:nvSpPr>
        <p:spPr>
          <a:xfrm>
            <a:off x="512064" y="621792"/>
            <a:ext cx="5358019" cy="1840898"/>
          </a:xfrm>
        </p:spPr>
        <p:txBody>
          <a:bodyPr anchor="t">
            <a:noAutofit/>
          </a:bodyPr>
          <a:lstStyle>
            <a:lvl1pPr>
              <a:defRPr sz="5600"/>
            </a:lvl1pPr>
          </a:lstStyle>
          <a:p>
            <a:r>
              <a:rPr lang="en-US"/>
              <a:t>Click to edit Master title style</a:t>
            </a:r>
          </a:p>
        </p:txBody>
      </p:sp>
      <p:sp>
        <p:nvSpPr>
          <p:cNvPr id="10" name="Content Placeholder 7">
            <a:extLst>
              <a:ext uri="{FF2B5EF4-FFF2-40B4-BE49-F238E27FC236}">
                <a16:creationId xmlns:a16="http://schemas.microsoft.com/office/drawing/2014/main" id="{B744A6F4-47F7-7529-5231-5CE0A904C5EE}"/>
              </a:ext>
            </a:extLst>
          </p:cNvPr>
          <p:cNvSpPr>
            <a:spLocks noGrp="1"/>
          </p:cNvSpPr>
          <p:nvPr>
            <p:ph sz="quarter" idx="14"/>
          </p:nvPr>
        </p:nvSpPr>
        <p:spPr>
          <a:xfrm>
            <a:off x="530352" y="2843784"/>
            <a:ext cx="5358019" cy="3289253"/>
          </a:xfrm>
        </p:spPr>
        <p:txBody>
          <a:bodyPr anchor="t" anchorCtr="0">
            <a:noAutofit/>
          </a:bodyPr>
          <a:lstStyle>
            <a:lvl1pPr marL="0" indent="0">
              <a:buFont typeface="Arial" panose="020B0604020202020204" pitchFamily="34" charset="0"/>
              <a:buNone/>
              <a:defRPr sz="1400"/>
            </a:lvl1pPr>
            <a:lvl2pPr marL="228600" indent="0">
              <a:buFont typeface="Arial" panose="020B0604020202020204" pitchFamily="34" charset="0"/>
              <a:buNone/>
              <a:defRPr sz="1400"/>
            </a:lvl2pPr>
            <a:lvl3pPr marL="457200" indent="0">
              <a:buFont typeface="Arial" panose="020B0604020202020204" pitchFamily="34" charset="0"/>
              <a:buNone/>
              <a:defRPr sz="1400"/>
            </a:lvl3pPr>
            <a:lvl4pPr marL="685800" indent="0">
              <a:buFont typeface="Arial" panose="020B0604020202020204" pitchFamily="34" charset="0"/>
              <a:buNone/>
              <a:defRPr sz="1400"/>
            </a:lvl4pPr>
            <a:lvl5pPr marL="914400" indent="0">
              <a:buFont typeface="Arial" panose="020B0604020202020204" pitchFamily="34" charse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459D8383-42AF-7DFA-C40A-B388514EFD97}"/>
              </a:ext>
            </a:extLst>
          </p:cNvPr>
          <p:cNvSpPr>
            <a:spLocks noGrp="1"/>
          </p:cNvSpPr>
          <p:nvPr>
            <p:ph type="ftr" sz="quarter" idx="16"/>
          </p:nvPr>
        </p:nvSpPr>
        <p:spPr>
          <a:xfrm>
            <a:off x="6192658" y="117098"/>
            <a:ext cx="3323230" cy="365125"/>
          </a:xfrm>
        </p:spPr>
        <p:txBody>
          <a:bodyPr/>
          <a:lstStyle/>
          <a:p>
            <a:r>
              <a:rPr lang="en-US"/>
              <a:t>Sample footer text</a:t>
            </a:r>
          </a:p>
        </p:txBody>
      </p:sp>
      <p:sp>
        <p:nvSpPr>
          <p:cNvPr id="9" name="Slide Number Placeholder 8">
            <a:extLst>
              <a:ext uri="{FF2B5EF4-FFF2-40B4-BE49-F238E27FC236}">
                <a16:creationId xmlns:a16="http://schemas.microsoft.com/office/drawing/2014/main" id="{1711CA84-487B-3628-F588-A19D042E21A7}"/>
              </a:ext>
            </a:extLst>
          </p:cNvPr>
          <p:cNvSpPr>
            <a:spLocks noGrp="1"/>
          </p:cNvSpPr>
          <p:nvPr>
            <p:ph type="sldNum" sz="quarter" idx="17"/>
          </p:nvPr>
        </p:nvSpPr>
        <p:spPr>
          <a:xfrm>
            <a:off x="11240279" y="110364"/>
            <a:ext cx="429207" cy="365125"/>
          </a:xfrm>
        </p:spPr>
        <p:txBody>
          <a:bodyPr/>
          <a:lstStyle/>
          <a:p>
            <a:fld id="{CC057153-B650-4DEB-B370-79DDCFDCE934}" type="slidenum">
              <a:rPr lang="en-US" smtClean="0"/>
              <a:pPr/>
              <a:t>‹#›</a:t>
            </a:fld>
            <a:endParaRPr lang="en-US"/>
          </a:p>
        </p:txBody>
      </p:sp>
      <p:sp>
        <p:nvSpPr>
          <p:cNvPr id="12" name="Picture Placeholder 10">
            <a:extLst>
              <a:ext uri="{FF2B5EF4-FFF2-40B4-BE49-F238E27FC236}">
                <a16:creationId xmlns:a16="http://schemas.microsoft.com/office/drawing/2014/main" id="{8FD38FA1-53E1-B8E1-3AE1-25A40C63D49A}"/>
              </a:ext>
            </a:extLst>
          </p:cNvPr>
          <p:cNvSpPr>
            <a:spLocks noGrp="1"/>
          </p:cNvSpPr>
          <p:nvPr>
            <p:ph type="pic" sz="quarter" idx="18" hasCustomPrompt="1"/>
          </p:nvPr>
        </p:nvSpPr>
        <p:spPr>
          <a:xfrm>
            <a:off x="6303631" y="2843784"/>
            <a:ext cx="5243935" cy="3289253"/>
          </a:xfrm>
          <a:blipFill>
            <a:blip r:embed="rId2">
              <a:alphaModFix amt="70000"/>
            </a:blip>
            <a:stretch>
              <a:fillRect/>
            </a:stretch>
          </a:blipFill>
        </p:spPr>
        <p:txBody>
          <a:bodyPr/>
          <a:lstStyle>
            <a:lvl1pPr>
              <a:defRPr/>
            </a:lvl1pPr>
          </a:lstStyle>
          <a:p>
            <a:r>
              <a:rPr lang="en-US"/>
              <a:t> </a:t>
            </a:r>
          </a:p>
        </p:txBody>
      </p:sp>
    </p:spTree>
    <p:extLst>
      <p:ext uri="{BB962C8B-B14F-4D97-AF65-F5344CB8AC3E}">
        <p14:creationId xmlns:p14="http://schemas.microsoft.com/office/powerpoint/2010/main" val="114018851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ontent with Picture 16">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EB0F469B-7972-C862-3265-20EC44D749C7}"/>
              </a:ext>
            </a:extLst>
          </p:cNvPr>
          <p:cNvSpPr>
            <a:spLocks noGrp="1"/>
          </p:cNvSpPr>
          <p:nvPr>
            <p:ph type="title"/>
          </p:nvPr>
        </p:nvSpPr>
        <p:spPr>
          <a:xfrm>
            <a:off x="512064" y="631710"/>
            <a:ext cx="11032239" cy="1115203"/>
          </a:xfrm>
        </p:spPr>
        <p:txBody>
          <a:bodyPr anchor="t">
            <a:noAutofit/>
          </a:bodyPr>
          <a:lstStyle>
            <a:lvl1pPr>
              <a:defRPr sz="5600"/>
            </a:lvl1pPr>
          </a:lstStyle>
          <a:p>
            <a:r>
              <a:rPr lang="en-US"/>
              <a:t>Click to edit Master title style</a:t>
            </a:r>
          </a:p>
        </p:txBody>
      </p:sp>
      <p:sp>
        <p:nvSpPr>
          <p:cNvPr id="13" name="Picture Placeholder 10">
            <a:extLst>
              <a:ext uri="{FF2B5EF4-FFF2-40B4-BE49-F238E27FC236}">
                <a16:creationId xmlns:a16="http://schemas.microsoft.com/office/drawing/2014/main" id="{1A9091ED-65DB-CA4C-BC68-EC773138EFA0}"/>
              </a:ext>
            </a:extLst>
          </p:cNvPr>
          <p:cNvSpPr>
            <a:spLocks noGrp="1"/>
          </p:cNvSpPr>
          <p:nvPr>
            <p:ph type="pic" sz="quarter" idx="18" hasCustomPrompt="1"/>
          </p:nvPr>
        </p:nvSpPr>
        <p:spPr>
          <a:xfrm>
            <a:off x="109181" y="2115403"/>
            <a:ext cx="5786651" cy="4671431"/>
          </a:xfrm>
          <a:blipFill>
            <a:blip r:embed="rId2">
              <a:alphaModFix amt="70000"/>
            </a:blip>
            <a:stretch>
              <a:fillRect/>
            </a:stretch>
          </a:blipFill>
        </p:spPr>
        <p:txBody>
          <a:bodyPr/>
          <a:lstStyle>
            <a:lvl1pPr>
              <a:defRPr/>
            </a:lvl1pPr>
          </a:lstStyle>
          <a:p>
            <a:r>
              <a:rPr lang="en-US"/>
              <a:t> </a:t>
            </a:r>
          </a:p>
        </p:txBody>
      </p:sp>
      <p:sp>
        <p:nvSpPr>
          <p:cNvPr id="10" name="Content Placeholder 7">
            <a:extLst>
              <a:ext uri="{FF2B5EF4-FFF2-40B4-BE49-F238E27FC236}">
                <a16:creationId xmlns:a16="http://schemas.microsoft.com/office/drawing/2014/main" id="{A3F07A79-5344-FA17-3625-1266EFAA87FD}"/>
              </a:ext>
            </a:extLst>
          </p:cNvPr>
          <p:cNvSpPr>
            <a:spLocks noGrp="1"/>
          </p:cNvSpPr>
          <p:nvPr>
            <p:ph sz="quarter" idx="14"/>
          </p:nvPr>
        </p:nvSpPr>
        <p:spPr>
          <a:xfrm>
            <a:off x="6190488" y="2115403"/>
            <a:ext cx="5353815" cy="4110888"/>
          </a:xfrm>
        </p:spPr>
        <p:txBody>
          <a:bodyPr anchor="t">
            <a:noAutofit/>
          </a:bodyPr>
          <a:lstStyle>
            <a:lvl1pPr marL="0" indent="0">
              <a:buFont typeface="Arial" panose="020B0604020202020204" pitchFamily="34" charset="0"/>
              <a:buNone/>
              <a:defRPr sz="1400"/>
            </a:lvl1pPr>
            <a:lvl2pPr marL="228600" indent="0">
              <a:buFont typeface="Arial" panose="020B0604020202020204" pitchFamily="34" charset="0"/>
              <a:buNone/>
              <a:defRPr sz="1400"/>
            </a:lvl2pPr>
            <a:lvl3pPr marL="457200" indent="0">
              <a:buFont typeface="Arial" panose="020B0604020202020204" pitchFamily="34" charset="0"/>
              <a:buNone/>
              <a:defRPr sz="1400"/>
            </a:lvl3pPr>
            <a:lvl4pPr marL="685800" indent="0">
              <a:buFont typeface="Arial" panose="020B0604020202020204" pitchFamily="34" charset="0"/>
              <a:buNone/>
              <a:defRPr sz="1400"/>
            </a:lvl4pPr>
            <a:lvl5pPr marL="914400" indent="0">
              <a:buFont typeface="Arial" panose="020B0604020202020204" pitchFamily="34" charse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6">
            <a:extLst>
              <a:ext uri="{FF2B5EF4-FFF2-40B4-BE49-F238E27FC236}">
                <a16:creationId xmlns:a16="http://schemas.microsoft.com/office/drawing/2014/main" id="{AC0D704B-E4D2-B261-890F-35C54C94C6EE}"/>
              </a:ext>
            </a:extLst>
          </p:cNvPr>
          <p:cNvSpPr>
            <a:spLocks noGrp="1"/>
          </p:cNvSpPr>
          <p:nvPr>
            <p:ph type="ftr" sz="quarter" idx="20"/>
          </p:nvPr>
        </p:nvSpPr>
        <p:spPr>
          <a:xfrm>
            <a:off x="6177425" y="6428984"/>
            <a:ext cx="4467829" cy="365125"/>
          </a:xfrm>
        </p:spPr>
        <p:txBody>
          <a:bodyPr anchor="b"/>
          <a:lstStyle/>
          <a:p>
            <a:r>
              <a:rPr lang="en-US"/>
              <a:t>Sample footer text</a:t>
            </a:r>
          </a:p>
        </p:txBody>
      </p:sp>
      <p:sp>
        <p:nvSpPr>
          <p:cNvPr id="8" name="Slide Number Placeholder 7">
            <a:extLst>
              <a:ext uri="{FF2B5EF4-FFF2-40B4-BE49-F238E27FC236}">
                <a16:creationId xmlns:a16="http://schemas.microsoft.com/office/drawing/2014/main" id="{C5932FFD-B632-F7EE-B653-9A621348C003}"/>
              </a:ext>
            </a:extLst>
          </p:cNvPr>
          <p:cNvSpPr>
            <a:spLocks noGrp="1"/>
          </p:cNvSpPr>
          <p:nvPr>
            <p:ph type="sldNum" sz="quarter" idx="21"/>
          </p:nvPr>
        </p:nvSpPr>
        <p:spPr>
          <a:xfrm>
            <a:off x="10926847" y="6421709"/>
            <a:ext cx="617457" cy="365125"/>
          </a:xfrm>
        </p:spPr>
        <p:txBody>
          <a:bodyPr anchor="b"/>
          <a:lstStyle/>
          <a:p>
            <a:fld id="{CC057153-B650-4DEB-B370-79DDCFDCE934}" type="slidenum">
              <a:rPr lang="en-US" smtClean="0"/>
              <a:pPr/>
              <a:t>‹#›</a:t>
            </a:fld>
            <a:endParaRPr lang="en-US"/>
          </a:p>
        </p:txBody>
      </p:sp>
    </p:spTree>
    <p:extLst>
      <p:ext uri="{BB962C8B-B14F-4D97-AF65-F5344CB8AC3E}">
        <p14:creationId xmlns:p14="http://schemas.microsoft.com/office/powerpoint/2010/main" val="10567775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Content with Picture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12064" y="621792"/>
            <a:ext cx="3528795" cy="1875965"/>
          </a:xfrm>
        </p:spPr>
        <p:txBody>
          <a:bodyPr anchor="t" anchorCtr="0">
            <a:noAutofit/>
          </a:bodyPr>
          <a:lstStyle>
            <a:lvl1pPr>
              <a:defRPr sz="56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49183" y="2890640"/>
            <a:ext cx="3424181" cy="3342450"/>
          </a:xfrm>
          <a:blipFill>
            <a:blip r:embed="rId2">
              <a:alphaModFix amt="70000"/>
            </a:blip>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312351" y="603504"/>
            <a:ext cx="7215984" cy="5558959"/>
          </a:xfrm>
        </p:spPr>
        <p:txBody>
          <a:bodyPr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6">
            <a:extLst>
              <a:ext uri="{FF2B5EF4-FFF2-40B4-BE49-F238E27FC236}">
                <a16:creationId xmlns:a16="http://schemas.microsoft.com/office/drawing/2014/main" id="{27B28364-BB1F-C92D-6EA6-E9AFEACC2D4A}"/>
              </a:ext>
            </a:extLst>
          </p:cNvPr>
          <p:cNvSpPr>
            <a:spLocks noGrp="1"/>
          </p:cNvSpPr>
          <p:nvPr>
            <p:ph type="ftr" sz="quarter" idx="16"/>
          </p:nvPr>
        </p:nvSpPr>
        <p:spPr>
          <a:xfrm>
            <a:off x="545926" y="6438284"/>
            <a:ext cx="5276852" cy="365125"/>
          </a:xfrm>
        </p:spPr>
        <p:txBody>
          <a:bodyPr anchor="b"/>
          <a:lstStyle/>
          <a:p>
            <a:r>
              <a:rPr lang="en-US"/>
              <a:t>Sample footer text</a:t>
            </a:r>
          </a:p>
        </p:txBody>
      </p:sp>
      <p:sp>
        <p:nvSpPr>
          <p:cNvPr id="6" name="Date Placeholder 5">
            <a:extLst>
              <a:ext uri="{FF2B5EF4-FFF2-40B4-BE49-F238E27FC236}">
                <a16:creationId xmlns:a16="http://schemas.microsoft.com/office/drawing/2014/main" id="{3E4B54CF-3562-5862-E6DB-CEF1F22146EA}"/>
              </a:ext>
            </a:extLst>
          </p:cNvPr>
          <p:cNvSpPr>
            <a:spLocks noGrp="1"/>
          </p:cNvSpPr>
          <p:nvPr>
            <p:ph type="dt" sz="half" idx="15"/>
          </p:nvPr>
        </p:nvSpPr>
        <p:spPr>
          <a:xfrm>
            <a:off x="6190488" y="6432496"/>
            <a:ext cx="2544079" cy="365125"/>
          </a:xfrm>
        </p:spPr>
        <p:txBody>
          <a:bodyPr anchor="b"/>
          <a:lstStyle/>
          <a:p>
            <a:endParaRPr lang="en-US"/>
          </a:p>
        </p:txBody>
      </p:sp>
      <p:sp>
        <p:nvSpPr>
          <p:cNvPr id="9" name="Slide Number Placeholder 8">
            <a:extLst>
              <a:ext uri="{FF2B5EF4-FFF2-40B4-BE49-F238E27FC236}">
                <a16:creationId xmlns:a16="http://schemas.microsoft.com/office/drawing/2014/main" id="{BB780F23-567A-D56A-4657-9FE5DB9F1C69}"/>
              </a:ext>
            </a:extLst>
          </p:cNvPr>
          <p:cNvSpPr>
            <a:spLocks noGrp="1"/>
          </p:cNvSpPr>
          <p:nvPr>
            <p:ph type="sldNum" sz="quarter" idx="17"/>
          </p:nvPr>
        </p:nvSpPr>
        <p:spPr>
          <a:xfrm>
            <a:off x="11099128" y="6438284"/>
            <a:ext cx="429207" cy="365125"/>
          </a:xfrm>
        </p:spPr>
        <p:txBody>
          <a:bodyPr anchor="b"/>
          <a:lstStyle/>
          <a:p>
            <a:fld id="{CC057153-B650-4DEB-B370-79DDCFDCE934}" type="slidenum">
              <a:rPr lang="en-US" smtClean="0"/>
              <a:pPr/>
              <a:t>‹#›</a:t>
            </a:fld>
            <a:endParaRPr lang="en-US"/>
          </a:p>
        </p:txBody>
      </p:sp>
    </p:spTree>
    <p:extLst>
      <p:ext uri="{BB962C8B-B14F-4D97-AF65-F5344CB8AC3E}">
        <p14:creationId xmlns:p14="http://schemas.microsoft.com/office/powerpoint/2010/main" val="238646537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Content with Picture 1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01348" y="644000"/>
            <a:ext cx="2594550" cy="1877132"/>
          </a:xfrm>
        </p:spPr>
        <p:txBody>
          <a:bodyPr anchor="t" anchorCtr="0">
            <a:noAutofit/>
          </a:bodyPr>
          <a:lstStyle>
            <a:lvl1pPr>
              <a:defRPr sz="56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06740" y="2899954"/>
            <a:ext cx="3610418" cy="3314046"/>
          </a:xfrm>
          <a:blipFill>
            <a:blip r:embed="rId2">
              <a:alphaModFix amt="70000"/>
            </a:blip>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402183" y="644000"/>
            <a:ext cx="7183078" cy="5570000"/>
          </a:xfrm>
        </p:spPr>
        <p:txBody>
          <a:bodyPr anchor="b"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Footer Placeholder 6">
            <a:extLst>
              <a:ext uri="{FF2B5EF4-FFF2-40B4-BE49-F238E27FC236}">
                <a16:creationId xmlns:a16="http://schemas.microsoft.com/office/drawing/2014/main" id="{E471EB04-B63C-4629-0688-E2CC8C576A5A}"/>
              </a:ext>
            </a:extLst>
          </p:cNvPr>
          <p:cNvSpPr>
            <a:spLocks noGrp="1"/>
          </p:cNvSpPr>
          <p:nvPr>
            <p:ph type="ftr" sz="quarter" idx="16"/>
          </p:nvPr>
        </p:nvSpPr>
        <p:spPr>
          <a:xfrm>
            <a:off x="545926" y="6438284"/>
            <a:ext cx="5276852" cy="365125"/>
          </a:xfrm>
        </p:spPr>
        <p:txBody>
          <a:bodyPr anchor="b"/>
          <a:lstStyle/>
          <a:p>
            <a:r>
              <a:rPr lang="en-US"/>
              <a:t>Sample footer text</a:t>
            </a:r>
          </a:p>
        </p:txBody>
      </p:sp>
      <p:sp>
        <p:nvSpPr>
          <p:cNvPr id="12" name="Date Placeholder 5">
            <a:extLst>
              <a:ext uri="{FF2B5EF4-FFF2-40B4-BE49-F238E27FC236}">
                <a16:creationId xmlns:a16="http://schemas.microsoft.com/office/drawing/2014/main" id="{A4924D77-E18C-D84A-F550-9B0188FEBF87}"/>
              </a:ext>
            </a:extLst>
          </p:cNvPr>
          <p:cNvSpPr>
            <a:spLocks noGrp="1"/>
          </p:cNvSpPr>
          <p:nvPr>
            <p:ph type="dt" sz="half" idx="15"/>
          </p:nvPr>
        </p:nvSpPr>
        <p:spPr>
          <a:xfrm>
            <a:off x="6190488" y="6432496"/>
            <a:ext cx="2544079" cy="365125"/>
          </a:xfrm>
        </p:spPr>
        <p:txBody>
          <a:bodyPr anchor="b"/>
          <a:lstStyle/>
          <a:p>
            <a:endParaRPr lang="en-US"/>
          </a:p>
        </p:txBody>
      </p:sp>
      <p:sp>
        <p:nvSpPr>
          <p:cNvPr id="14" name="Slide Number Placeholder 8">
            <a:extLst>
              <a:ext uri="{FF2B5EF4-FFF2-40B4-BE49-F238E27FC236}">
                <a16:creationId xmlns:a16="http://schemas.microsoft.com/office/drawing/2014/main" id="{38B4B455-40D3-EF76-D860-2A6FFBF69836}"/>
              </a:ext>
            </a:extLst>
          </p:cNvPr>
          <p:cNvSpPr>
            <a:spLocks noGrp="1"/>
          </p:cNvSpPr>
          <p:nvPr>
            <p:ph type="sldNum" sz="quarter" idx="17"/>
          </p:nvPr>
        </p:nvSpPr>
        <p:spPr>
          <a:xfrm>
            <a:off x="11099128" y="6438284"/>
            <a:ext cx="429207" cy="365125"/>
          </a:xfrm>
        </p:spPr>
        <p:txBody>
          <a:bodyPr anchor="b"/>
          <a:lstStyle/>
          <a:p>
            <a:fld id="{CC057153-B650-4DEB-B370-79DDCFDCE934}" type="slidenum">
              <a:rPr lang="en-US" smtClean="0"/>
              <a:pPr/>
              <a:t>‹#›</a:t>
            </a:fld>
            <a:endParaRPr lang="en-US"/>
          </a:p>
        </p:txBody>
      </p:sp>
    </p:spTree>
    <p:extLst>
      <p:ext uri="{BB962C8B-B14F-4D97-AF65-F5344CB8AC3E}">
        <p14:creationId xmlns:p14="http://schemas.microsoft.com/office/powerpoint/2010/main" val="207105396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Content with Picture 1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22513" y="2096349"/>
            <a:ext cx="5332001" cy="4297680"/>
          </a:xfrm>
        </p:spPr>
        <p:txBody>
          <a:bodyPr anchor="t" anchorCtr="0">
            <a:noAutofit/>
          </a:bodyPr>
          <a:lstStyle>
            <a:lvl1pPr>
              <a:defRPr sz="5600"/>
            </a:lvl1pPr>
          </a:lstStyle>
          <a:p>
            <a:r>
              <a:rPr lang="en-US"/>
              <a:t>Click to edit Master title style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6190488" y="2096349"/>
            <a:ext cx="5332001" cy="4297680"/>
          </a:xfrm>
        </p:spPr>
        <p:txBody>
          <a:bodyPr anchor="t" anchorCtr="0">
            <a:noAutofit/>
          </a:bodyPr>
          <a:lstStyle>
            <a:lvl1pPr marL="0" indent="0">
              <a:buFont typeface="Arial" panose="020B0604020202020204" pitchFamily="34" charset="0"/>
              <a:buNone/>
              <a:defRPr sz="1400"/>
            </a:lvl1pPr>
            <a:lvl2pPr marL="228600" indent="0">
              <a:buFont typeface="Arial" panose="020B0604020202020204" pitchFamily="34" charset="0"/>
              <a:buNone/>
              <a:defRPr sz="1400"/>
            </a:lvl2pPr>
            <a:lvl3pPr marL="457200" indent="0">
              <a:buFont typeface="Arial" panose="020B0604020202020204" pitchFamily="34" charset="0"/>
              <a:buNone/>
              <a:defRPr sz="1400"/>
            </a:lvl3pPr>
            <a:lvl4pPr marL="685800" indent="0">
              <a:buFont typeface="Arial" panose="020B0604020202020204" pitchFamily="34" charset="0"/>
              <a:buNone/>
              <a:defRPr sz="1400"/>
            </a:lvl4pPr>
            <a:lvl5pPr marL="914400" indent="0">
              <a:buFont typeface="Arial" panose="020B0604020202020204" pitchFamily="34" charse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4">
            <a:extLst>
              <a:ext uri="{FF2B5EF4-FFF2-40B4-BE49-F238E27FC236}">
                <a16:creationId xmlns:a16="http://schemas.microsoft.com/office/drawing/2014/main" id="{00E56234-B5C3-D303-58A8-CF23222EF578}"/>
              </a:ext>
            </a:extLst>
          </p:cNvPr>
          <p:cNvSpPr>
            <a:spLocks noGrp="1"/>
          </p:cNvSpPr>
          <p:nvPr>
            <p:ph type="ftr" sz="quarter" idx="11"/>
          </p:nvPr>
        </p:nvSpPr>
        <p:spPr>
          <a:xfrm>
            <a:off x="522514" y="6446399"/>
            <a:ext cx="5332001" cy="365125"/>
          </a:xfrm>
        </p:spPr>
        <p:txBody>
          <a:bodyPr anchor="b"/>
          <a:lstStyle/>
          <a:p>
            <a:r>
              <a:rPr lang="en-US"/>
              <a:t>Sample footer text</a:t>
            </a:r>
          </a:p>
        </p:txBody>
      </p:sp>
      <p:sp>
        <p:nvSpPr>
          <p:cNvPr id="3" name="Date Placeholder 3">
            <a:extLst>
              <a:ext uri="{FF2B5EF4-FFF2-40B4-BE49-F238E27FC236}">
                <a16:creationId xmlns:a16="http://schemas.microsoft.com/office/drawing/2014/main" id="{7C0A47EA-16E7-11EE-8018-164220C78882}"/>
              </a:ext>
            </a:extLst>
          </p:cNvPr>
          <p:cNvSpPr>
            <a:spLocks noGrp="1"/>
          </p:cNvSpPr>
          <p:nvPr>
            <p:ph type="dt" sz="half" idx="10"/>
          </p:nvPr>
        </p:nvSpPr>
        <p:spPr>
          <a:xfrm>
            <a:off x="6192520" y="6446399"/>
            <a:ext cx="2533470" cy="365125"/>
          </a:xfrm>
        </p:spPr>
        <p:txBody>
          <a:bodyPr anchor="b"/>
          <a:lstStyle/>
          <a:p>
            <a:endParaRPr lang="en-US"/>
          </a:p>
        </p:txBody>
      </p:sp>
      <p:sp>
        <p:nvSpPr>
          <p:cNvPr id="5" name="Slide Number Placeholder 5">
            <a:extLst>
              <a:ext uri="{FF2B5EF4-FFF2-40B4-BE49-F238E27FC236}">
                <a16:creationId xmlns:a16="http://schemas.microsoft.com/office/drawing/2014/main" id="{F87862A6-EA05-3FD1-682D-3C9735BBBDC1}"/>
              </a:ext>
            </a:extLst>
          </p:cNvPr>
          <p:cNvSpPr>
            <a:spLocks noGrp="1"/>
          </p:cNvSpPr>
          <p:nvPr>
            <p:ph type="sldNum" sz="quarter" idx="12"/>
          </p:nvPr>
        </p:nvSpPr>
        <p:spPr>
          <a:xfrm>
            <a:off x="11240279" y="6446399"/>
            <a:ext cx="429207" cy="365125"/>
          </a:xfrm>
        </p:spPr>
        <p:txBody>
          <a:bodyPr anchor="b"/>
          <a:lstStyle/>
          <a:p>
            <a:fld id="{CC057153-B650-4DEB-B370-79DDCFDCE934}" type="slidenum">
              <a:rPr lang="en-US" smtClean="0"/>
              <a:t>‹#›</a:t>
            </a:fld>
            <a:endParaRPr lang="en-US"/>
          </a:p>
        </p:txBody>
      </p:sp>
      <p:sp>
        <p:nvSpPr>
          <p:cNvPr id="7" name="Picture Placeholder 6">
            <a:extLst>
              <a:ext uri="{FF2B5EF4-FFF2-40B4-BE49-F238E27FC236}">
                <a16:creationId xmlns:a16="http://schemas.microsoft.com/office/drawing/2014/main" id="{D8D80FA0-F955-40A3-A72F-8CE9E2D293A3}"/>
              </a:ext>
            </a:extLst>
          </p:cNvPr>
          <p:cNvSpPr>
            <a:spLocks noGrp="1"/>
          </p:cNvSpPr>
          <p:nvPr>
            <p:ph type="pic" sz="quarter" idx="15"/>
          </p:nvPr>
        </p:nvSpPr>
        <p:spPr>
          <a:xfrm>
            <a:off x="0" y="0"/>
            <a:ext cx="12192000" cy="1842448"/>
          </a:xfrm>
          <a:blipFill>
            <a:blip r:embed="rId2">
              <a:alphaModFix amt="70000"/>
            </a:blip>
            <a:stretch>
              <a:fillRect/>
            </a:stretch>
          </a:blipFill>
        </p:spPr>
        <p:txBody>
          <a:bodyPr/>
          <a:lstStyle/>
          <a:p>
            <a:endParaRPr lang="en-US"/>
          </a:p>
        </p:txBody>
      </p:sp>
    </p:spTree>
    <p:extLst>
      <p:ext uri="{BB962C8B-B14F-4D97-AF65-F5344CB8AC3E}">
        <p14:creationId xmlns:p14="http://schemas.microsoft.com/office/powerpoint/2010/main" val="263759364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Content with Picture 2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0" y="96757"/>
            <a:ext cx="6400800" cy="1482005"/>
          </a:xfrm>
        </p:spPr>
        <p:txBody>
          <a:bodyPr anchor="t" anchorCtr="0">
            <a:normAutofit/>
          </a:bodyPr>
          <a:lstStyle>
            <a:lvl1pPr>
              <a:lnSpc>
                <a:spcPct val="80000"/>
              </a:lnSpc>
              <a:defRPr sz="5600"/>
            </a:lvl1pPr>
          </a:lstStyle>
          <a:p>
            <a:r>
              <a:rPr lang="en-US"/>
              <a:t>Click to edit Master title style</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0" y="2844166"/>
            <a:ext cx="6400800" cy="3999042"/>
          </a:xfrm>
        </p:spPr>
        <p:txBody>
          <a:bodyPr anchor="b" anchorCtr="0"/>
          <a:lstStyle>
            <a:lvl1pPr>
              <a:spcBef>
                <a:spcPts val="1000"/>
              </a:spcBef>
              <a:defRPr/>
            </a:lvl1pPr>
            <a:lvl2pPr>
              <a:spcBef>
                <a:spcPts val="1000"/>
              </a:spcBef>
              <a:defRPr/>
            </a:lvl2pPr>
            <a:lvl3pPr>
              <a:spcBef>
                <a:spcPts val="1000"/>
              </a:spcBef>
              <a:defRPr/>
            </a:lvl3pPr>
            <a:lvl4pPr>
              <a:spcBef>
                <a:spcPts val="1000"/>
              </a:spcBef>
              <a:defRPr/>
            </a:lvl4pPr>
            <a:lvl5pPr>
              <a:spcBef>
                <a:spcPts val="10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a:xfrm>
            <a:off x="7691214" y="109728"/>
            <a:ext cx="3840480" cy="365125"/>
          </a:xfrm>
        </p:spPr>
        <p:txBody>
          <a:bodyPr/>
          <a:lstStyle/>
          <a:p>
            <a:r>
              <a:rPr lang="en-US"/>
              <a:t>Sample footer text</a:t>
            </a:r>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a:xfrm>
            <a:off x="11759184" y="109728"/>
            <a:ext cx="429207" cy="365125"/>
          </a:xfrm>
        </p:spPr>
        <p:txBody>
          <a:bodyPr/>
          <a:lstStyle/>
          <a:p>
            <a:fld id="{CC057153-B650-4DEB-B370-79DDCFDCE934}" type="slidenum">
              <a:rPr lang="en-US" smtClean="0"/>
              <a:t>‹#›</a:t>
            </a:fld>
            <a:endParaRPr lang="en-US"/>
          </a:p>
        </p:txBody>
      </p:sp>
      <p:sp>
        <p:nvSpPr>
          <p:cNvPr id="6" name="Picture Placeholder 10">
            <a:extLst>
              <a:ext uri="{FF2B5EF4-FFF2-40B4-BE49-F238E27FC236}">
                <a16:creationId xmlns:a16="http://schemas.microsoft.com/office/drawing/2014/main" id="{692EDDB5-4345-5104-646A-B8C10FB3A78F}"/>
              </a:ext>
            </a:extLst>
          </p:cNvPr>
          <p:cNvSpPr>
            <a:spLocks noGrp="1"/>
          </p:cNvSpPr>
          <p:nvPr>
            <p:ph type="pic" sz="quarter" idx="13"/>
          </p:nvPr>
        </p:nvSpPr>
        <p:spPr>
          <a:xfrm>
            <a:off x="7805393" y="843539"/>
            <a:ext cx="4120983" cy="5761544"/>
          </a:xfrm>
          <a:blipFill>
            <a:blip r:embed="rId2">
              <a:alphaModFix amt="70000"/>
            </a:blip>
            <a:stretch>
              <a:fillRect/>
            </a:stretch>
          </a:blipFill>
        </p:spPr>
        <p:txBody>
          <a:bodyPr/>
          <a:lstStyle/>
          <a:p>
            <a:endParaRPr lang="en-US"/>
          </a:p>
        </p:txBody>
      </p:sp>
    </p:spTree>
    <p:extLst>
      <p:ext uri="{BB962C8B-B14F-4D97-AF65-F5344CB8AC3E}">
        <p14:creationId xmlns:p14="http://schemas.microsoft.com/office/powerpoint/2010/main" val="58793915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picTx" preserve="1">
  <p:cSld name="Content with Picture 2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18288" y="1005840"/>
            <a:ext cx="3595634" cy="2212313"/>
          </a:xfrm>
        </p:spPr>
        <p:txBody>
          <a:bodyPr anchor="t">
            <a:noAutofit/>
          </a:bodyPr>
          <a:lstStyle>
            <a:lvl1pPr>
              <a:defRPr sz="5600"/>
            </a:lvl1pPr>
          </a:lstStyle>
          <a:p>
            <a:r>
              <a:rPr lang="en-US"/>
              <a:t>Click to edit Master title style</a:t>
            </a:r>
          </a:p>
        </p:txBody>
      </p:sp>
      <p:sp>
        <p:nvSpPr>
          <p:cNvPr id="9" name="Footer Placeholder 4">
            <a:extLst>
              <a:ext uri="{FF2B5EF4-FFF2-40B4-BE49-F238E27FC236}">
                <a16:creationId xmlns:a16="http://schemas.microsoft.com/office/drawing/2014/main" id="{69E2A0A4-E744-4E9C-CEAD-DBA5E98D44E8}"/>
              </a:ext>
            </a:extLst>
          </p:cNvPr>
          <p:cNvSpPr>
            <a:spLocks noGrp="1"/>
          </p:cNvSpPr>
          <p:nvPr>
            <p:ph type="ftr" sz="quarter" idx="11"/>
          </p:nvPr>
        </p:nvSpPr>
        <p:spPr>
          <a:xfrm>
            <a:off x="0" y="100701"/>
            <a:ext cx="4972050" cy="365125"/>
          </a:xfrm>
        </p:spPr>
        <p:txBody>
          <a:bodyPr/>
          <a:lstStyle/>
          <a:p>
            <a:r>
              <a:rPr lang="en-US"/>
              <a:t>Sample footer text</a:t>
            </a:r>
          </a:p>
        </p:txBody>
      </p:sp>
      <p:sp>
        <p:nvSpPr>
          <p:cNvPr id="8" name="Date Placeholder 3">
            <a:extLst>
              <a:ext uri="{FF2B5EF4-FFF2-40B4-BE49-F238E27FC236}">
                <a16:creationId xmlns:a16="http://schemas.microsoft.com/office/drawing/2014/main" id="{D44A2045-E098-ECF5-2867-D41D939BA049}"/>
              </a:ext>
            </a:extLst>
          </p:cNvPr>
          <p:cNvSpPr>
            <a:spLocks noGrp="1"/>
          </p:cNvSpPr>
          <p:nvPr>
            <p:ph type="dt" sz="half" idx="10"/>
          </p:nvPr>
        </p:nvSpPr>
        <p:spPr>
          <a:xfrm>
            <a:off x="5258952" y="100701"/>
            <a:ext cx="5332001" cy="365125"/>
          </a:xfrm>
        </p:spPr>
        <p:txBody>
          <a:bodyPr/>
          <a:lstStyle/>
          <a:p>
            <a:endParaRPr lang="en-US"/>
          </a:p>
        </p:txBody>
      </p:sp>
      <p:sp>
        <p:nvSpPr>
          <p:cNvPr id="10" name="Slide Number Placeholder 5">
            <a:extLst>
              <a:ext uri="{FF2B5EF4-FFF2-40B4-BE49-F238E27FC236}">
                <a16:creationId xmlns:a16="http://schemas.microsoft.com/office/drawing/2014/main" id="{07F69DDF-E931-1763-53C0-B18D6D4EC1E0}"/>
              </a:ext>
            </a:extLst>
          </p:cNvPr>
          <p:cNvSpPr>
            <a:spLocks noGrp="1"/>
          </p:cNvSpPr>
          <p:nvPr>
            <p:ph type="sldNum" sz="quarter" idx="12"/>
          </p:nvPr>
        </p:nvSpPr>
        <p:spPr>
          <a:xfrm>
            <a:off x="11762793" y="100701"/>
            <a:ext cx="429207" cy="365125"/>
          </a:xfrm>
        </p:spPr>
        <p:txBody>
          <a:bodyPr/>
          <a:lstStyle/>
          <a:p>
            <a:fld id="{CC057153-B650-4DEB-B370-79DDCFDCE934}" type="slidenum">
              <a:rPr lang="en-US" smtClean="0"/>
              <a:t>‹#›</a:t>
            </a:fld>
            <a:endParaRPr lang="en-US"/>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0" y="3402064"/>
            <a:ext cx="3585586" cy="3434638"/>
          </a:xfrm>
        </p:spPr>
        <p:txBody>
          <a:bodyPr anchor="b">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hasCustomPrompt="1"/>
          </p:nvPr>
        </p:nvSpPr>
        <p:spPr>
          <a:xfrm>
            <a:off x="5366157" y="832104"/>
            <a:ext cx="6707160" cy="5917042"/>
          </a:xfrm>
          <a:blipFill>
            <a:blip r:embed="rId2">
              <a:alphaModFix amt="70000"/>
            </a:blip>
            <a:stretch>
              <a:fillRect/>
            </a:stretch>
          </a:blip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 </a:t>
            </a:r>
          </a:p>
        </p:txBody>
      </p:sp>
    </p:spTree>
    <p:extLst>
      <p:ext uri="{BB962C8B-B14F-4D97-AF65-F5344CB8AC3E}">
        <p14:creationId xmlns:p14="http://schemas.microsoft.com/office/powerpoint/2010/main" val="2554963758"/>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Number Lar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0" y="5504688"/>
            <a:ext cx="5902657" cy="1353312"/>
          </a:xfrm>
        </p:spPr>
        <p:txBody>
          <a:bodyPr anchor="b">
            <a:normAutofit/>
          </a:bodyPr>
          <a:lstStyle>
            <a:lvl1pPr>
              <a:lnSpc>
                <a:spcPct val="120000"/>
              </a:lnSpc>
              <a:defRPr sz="2000" b="0" spc="0" baseline="0">
                <a:solidFill>
                  <a:schemeClr val="tx1"/>
                </a:solidFill>
                <a:latin typeface="+mn-lt"/>
              </a:defRPr>
            </a:lvl1pPr>
          </a:lstStyle>
          <a:p>
            <a:r>
              <a:rPr lang="en-US"/>
              <a:t>Click to edit Master title style</a:t>
            </a:r>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54591" y="-156950"/>
            <a:ext cx="5957248" cy="4510586"/>
          </a:xfrm>
        </p:spPr>
        <p:txBody>
          <a:bodyPr anchor="t">
            <a:normAutofit/>
          </a:bodyPr>
          <a:lstStyle>
            <a:lvl1pPr marL="0" indent="0">
              <a:lnSpc>
                <a:spcPct val="90000"/>
              </a:lnSpc>
              <a:spcBef>
                <a:spcPts val="0"/>
              </a:spcBef>
              <a:buNone/>
              <a:defRPr sz="15000" b="0" i="0">
                <a:solidFill>
                  <a:schemeClr val="tx1"/>
                </a:solidFill>
                <a:latin typeface="+mj-lt"/>
              </a:defRPr>
            </a:lvl1pPr>
          </a:lstStyle>
          <a:p>
            <a:pPr lvl="0"/>
            <a:r>
              <a:rPr lang="en-US"/>
              <a:t>##%</a:t>
            </a:r>
          </a:p>
        </p:txBody>
      </p:sp>
      <p:pic>
        <p:nvPicPr>
          <p:cNvPr id="6" name="Graphic 5">
            <a:extLst>
              <a:ext uri="{FF2B5EF4-FFF2-40B4-BE49-F238E27FC236}">
                <a16:creationId xmlns:a16="http://schemas.microsoft.com/office/drawing/2014/main" id="{BB98C21E-A9AF-D3FB-3F6A-06088553C6F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110101" y="5852160"/>
            <a:ext cx="1005840" cy="1005840"/>
          </a:xfrm>
          <a:prstGeom prst="rect">
            <a:avLst/>
          </a:prstGeom>
        </p:spPr>
      </p:pic>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a:xfrm>
            <a:off x="11762793" y="100701"/>
            <a:ext cx="429207" cy="365125"/>
          </a:xfrm>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71157810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Number Large 2">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0B97A67-2BC4-FA44-F047-6D2FBC5CA2B9}"/>
              </a:ext>
            </a:extLst>
          </p:cNvPr>
          <p:cNvSpPr>
            <a:spLocks noGrp="1"/>
          </p:cNvSpPr>
          <p:nvPr>
            <p:ph type="title"/>
          </p:nvPr>
        </p:nvSpPr>
        <p:spPr>
          <a:xfrm>
            <a:off x="0" y="5861712"/>
            <a:ext cx="5902657" cy="996287"/>
          </a:xfrm>
        </p:spPr>
        <p:txBody>
          <a:bodyPr anchor="b">
            <a:normAutofit/>
          </a:bodyPr>
          <a:lstStyle>
            <a:lvl1pPr>
              <a:lnSpc>
                <a:spcPct val="120000"/>
              </a:lnSpc>
              <a:defRPr sz="2000" b="0" spc="0" baseline="0">
                <a:solidFill>
                  <a:schemeClr val="tx1"/>
                </a:solidFill>
                <a:latin typeface="+mn-lt"/>
              </a:defRPr>
            </a:lvl1pPr>
          </a:lstStyle>
          <a:p>
            <a:r>
              <a:rPr lang="en-US"/>
              <a:t>Click to edit Master title style</a:t>
            </a:r>
          </a:p>
        </p:txBody>
      </p:sp>
      <p:pic>
        <p:nvPicPr>
          <p:cNvPr id="6" name="Graphic 5">
            <a:extLst>
              <a:ext uri="{FF2B5EF4-FFF2-40B4-BE49-F238E27FC236}">
                <a16:creationId xmlns:a16="http://schemas.microsoft.com/office/drawing/2014/main" id="{0E3A4F82-7267-3CC9-7E77-5D7ABE6E5C5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110101" y="5852160"/>
            <a:ext cx="1005840" cy="1005840"/>
          </a:xfrm>
          <a:prstGeom prst="rect">
            <a:avLst/>
          </a:prstGeom>
        </p:spPr>
      </p:pic>
      <p:sp>
        <p:nvSpPr>
          <p:cNvPr id="9" name="Footer Placeholder 8">
            <a:extLst>
              <a:ext uri="{FF2B5EF4-FFF2-40B4-BE49-F238E27FC236}">
                <a16:creationId xmlns:a16="http://schemas.microsoft.com/office/drawing/2014/main" id="{9177888A-355A-DE7F-B87A-D018FC9564C3}"/>
              </a:ext>
            </a:extLst>
          </p:cNvPr>
          <p:cNvSpPr>
            <a:spLocks noGrp="1"/>
          </p:cNvSpPr>
          <p:nvPr>
            <p:ph type="ftr" sz="quarter" idx="15"/>
          </p:nvPr>
        </p:nvSpPr>
        <p:spPr/>
        <p:txBody>
          <a:bodyPr/>
          <a:lstStyle/>
          <a:p>
            <a:r>
              <a:rPr lang="en-US"/>
              <a:t>Sample footer text</a:t>
            </a:r>
          </a:p>
        </p:txBody>
      </p:sp>
      <p:sp>
        <p:nvSpPr>
          <p:cNvPr id="8" name="Date Placeholder 7">
            <a:extLst>
              <a:ext uri="{FF2B5EF4-FFF2-40B4-BE49-F238E27FC236}">
                <a16:creationId xmlns:a16="http://schemas.microsoft.com/office/drawing/2014/main" id="{E2B4EDBB-F789-35E1-3512-3A3E647C2B42}"/>
              </a:ext>
            </a:extLst>
          </p:cNvPr>
          <p:cNvSpPr>
            <a:spLocks noGrp="1"/>
          </p:cNvSpPr>
          <p:nvPr>
            <p:ph type="dt" sz="half" idx="14"/>
          </p:nvPr>
        </p:nvSpPr>
        <p:spPr/>
        <p:txBody>
          <a:bodyPr/>
          <a:lstStyle/>
          <a:p>
            <a:endParaRPr lang="en-US"/>
          </a:p>
        </p:txBody>
      </p:sp>
      <p:sp>
        <p:nvSpPr>
          <p:cNvPr id="10" name="Slide Number Placeholder 9">
            <a:extLst>
              <a:ext uri="{FF2B5EF4-FFF2-40B4-BE49-F238E27FC236}">
                <a16:creationId xmlns:a16="http://schemas.microsoft.com/office/drawing/2014/main" id="{7784CE38-13A5-0A89-BFB8-F0599148FA3F}"/>
              </a:ext>
            </a:extLst>
          </p:cNvPr>
          <p:cNvSpPr>
            <a:spLocks noGrp="1"/>
          </p:cNvSpPr>
          <p:nvPr>
            <p:ph type="sldNum" sz="quarter" idx="16"/>
          </p:nvPr>
        </p:nvSpPr>
        <p:spPr/>
        <p:txBody>
          <a:bodyPr/>
          <a:lstStyle/>
          <a:p>
            <a:fld id="{CC057153-B650-4DEB-B370-79DDCFDCE934}" type="slidenum">
              <a:rPr lang="en-US" smtClean="0"/>
              <a:pPr/>
              <a:t>‹#›</a:t>
            </a:fld>
            <a:endParaRPr lang="en-US"/>
          </a:p>
        </p:txBody>
      </p:sp>
      <p:sp>
        <p:nvSpPr>
          <p:cNvPr id="5" name="Content Placeholder 6">
            <a:extLst>
              <a:ext uri="{FF2B5EF4-FFF2-40B4-BE49-F238E27FC236}">
                <a16:creationId xmlns:a16="http://schemas.microsoft.com/office/drawing/2014/main" id="{5D02E6BD-A41A-324C-DB4D-3F42AA60F5BD}"/>
              </a:ext>
            </a:extLst>
          </p:cNvPr>
          <p:cNvSpPr>
            <a:spLocks noGrp="1"/>
          </p:cNvSpPr>
          <p:nvPr>
            <p:ph sz="quarter" idx="13" hasCustomPrompt="1"/>
          </p:nvPr>
        </p:nvSpPr>
        <p:spPr>
          <a:xfrm>
            <a:off x="-71651" y="975814"/>
            <a:ext cx="6045958" cy="4510586"/>
          </a:xfrm>
        </p:spPr>
        <p:txBody>
          <a:bodyPr anchor="b">
            <a:normAutofit/>
          </a:bodyPr>
          <a:lstStyle>
            <a:lvl1pPr marL="0" indent="0">
              <a:lnSpc>
                <a:spcPct val="90000"/>
              </a:lnSpc>
              <a:spcBef>
                <a:spcPts val="0"/>
              </a:spcBef>
              <a:buNone/>
              <a:defRPr sz="15000" b="0" i="0">
                <a:solidFill>
                  <a:schemeClr val="tx1"/>
                </a:solidFill>
                <a:latin typeface="+mj-lt"/>
              </a:defRPr>
            </a:lvl1pPr>
          </a:lstStyle>
          <a:p>
            <a:pPr lvl="0"/>
            <a:r>
              <a:rPr lang="en-US"/>
              <a:t>##%</a:t>
            </a:r>
          </a:p>
        </p:txBody>
      </p:sp>
    </p:spTree>
    <p:extLst>
      <p:ext uri="{BB962C8B-B14F-4D97-AF65-F5344CB8AC3E}">
        <p14:creationId xmlns:p14="http://schemas.microsoft.com/office/powerpoint/2010/main" val="1269882012"/>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Number Large 3">
    <p:bg>
      <p:bgRef idx="1001">
        <a:schemeClr val="bg1"/>
      </p:bgRef>
    </p:bg>
    <p:spTree>
      <p:nvGrpSpPr>
        <p:cNvPr id="1" name=""/>
        <p:cNvGrpSpPr/>
        <p:nvPr/>
      </p:nvGrpSpPr>
      <p:grpSpPr>
        <a:xfrm>
          <a:off x="0" y="0"/>
          <a:ext cx="0" cy="0"/>
          <a:chOff x="0" y="0"/>
          <a:chExt cx="0" cy="0"/>
        </a:xfrm>
      </p:grpSpPr>
      <p:sp>
        <p:nvSpPr>
          <p:cNvPr id="6" name="Oval 5">
            <a:extLst>
              <a:ext uri="{FF2B5EF4-FFF2-40B4-BE49-F238E27FC236}">
                <a16:creationId xmlns:a16="http://schemas.microsoft.com/office/drawing/2014/main" id="{A0569A7B-C9D6-067D-A126-4AE69E38D01E}"/>
              </a:ext>
            </a:extLst>
          </p:cNvPr>
          <p:cNvSpPr/>
          <p:nvPr userDrawn="1"/>
        </p:nvSpPr>
        <p:spPr>
          <a:xfrm>
            <a:off x="8519421" y="3176277"/>
            <a:ext cx="3557904" cy="3557904"/>
          </a:xfrm>
          <a:prstGeom prst="ellipse">
            <a:avLst/>
          </a:prstGeom>
          <a:noFill/>
          <a:ln w="158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le 1">
            <a:extLst>
              <a:ext uri="{FF2B5EF4-FFF2-40B4-BE49-F238E27FC236}">
                <a16:creationId xmlns:a16="http://schemas.microsoft.com/office/drawing/2014/main" id="{F1326B58-E941-959F-2B97-B27C83B22DF7}"/>
              </a:ext>
            </a:extLst>
          </p:cNvPr>
          <p:cNvSpPr>
            <a:spLocks noGrp="1"/>
          </p:cNvSpPr>
          <p:nvPr>
            <p:ph type="title"/>
          </p:nvPr>
        </p:nvSpPr>
        <p:spPr>
          <a:xfrm>
            <a:off x="0" y="5504688"/>
            <a:ext cx="5902657" cy="1353312"/>
          </a:xfrm>
        </p:spPr>
        <p:txBody>
          <a:bodyPr anchor="b">
            <a:normAutofit/>
          </a:bodyPr>
          <a:lstStyle>
            <a:lvl1pPr>
              <a:lnSpc>
                <a:spcPct val="120000"/>
              </a:lnSpc>
              <a:defRPr sz="2000" b="0" spc="0" baseline="0">
                <a:solidFill>
                  <a:schemeClr val="tx1"/>
                </a:solidFill>
                <a:latin typeface="+mn-lt"/>
              </a:defRPr>
            </a:lvl1pPr>
          </a:lstStyle>
          <a:p>
            <a:r>
              <a:rPr lang="en-US"/>
              <a:t>Click to edit Master title style</a:t>
            </a:r>
          </a:p>
        </p:txBody>
      </p:sp>
      <p:sp>
        <p:nvSpPr>
          <p:cNvPr id="11" name="Content Placeholder 6">
            <a:extLst>
              <a:ext uri="{FF2B5EF4-FFF2-40B4-BE49-F238E27FC236}">
                <a16:creationId xmlns:a16="http://schemas.microsoft.com/office/drawing/2014/main" id="{DE6F409A-A8C2-D0FA-3860-DBAA1D39483D}"/>
              </a:ext>
            </a:extLst>
          </p:cNvPr>
          <p:cNvSpPr>
            <a:spLocks noGrp="1"/>
          </p:cNvSpPr>
          <p:nvPr>
            <p:ph sz="quarter" idx="13" hasCustomPrompt="1"/>
          </p:nvPr>
        </p:nvSpPr>
        <p:spPr>
          <a:xfrm>
            <a:off x="-54591" y="-156950"/>
            <a:ext cx="5957248" cy="4510586"/>
          </a:xfrm>
        </p:spPr>
        <p:txBody>
          <a:bodyPr anchor="t">
            <a:normAutofit/>
          </a:bodyPr>
          <a:lstStyle>
            <a:lvl1pPr marL="0" indent="0">
              <a:lnSpc>
                <a:spcPct val="90000"/>
              </a:lnSpc>
              <a:spcBef>
                <a:spcPts val="0"/>
              </a:spcBef>
              <a:buNone/>
              <a:defRPr sz="15000" b="0" i="0">
                <a:solidFill>
                  <a:schemeClr val="tx1"/>
                </a:solidFill>
                <a:latin typeface="+mj-lt"/>
              </a:defRPr>
            </a:lvl1pPr>
          </a:lstStyle>
          <a:p>
            <a:pPr lvl="0"/>
            <a:r>
              <a:rPr lang="en-US"/>
              <a:t>##%</a:t>
            </a:r>
          </a:p>
        </p:txBody>
      </p:sp>
      <p:sp>
        <p:nvSpPr>
          <p:cNvPr id="2" name="Date Placeholder 3">
            <a:extLst>
              <a:ext uri="{FF2B5EF4-FFF2-40B4-BE49-F238E27FC236}">
                <a16:creationId xmlns:a16="http://schemas.microsoft.com/office/drawing/2014/main" id="{ED2971BB-BFC1-CA41-54C4-399DFC349B4A}"/>
              </a:ext>
            </a:extLst>
          </p:cNvPr>
          <p:cNvSpPr>
            <a:spLocks noGrp="1"/>
          </p:cNvSpPr>
          <p:nvPr>
            <p:ph type="dt" sz="half" idx="10"/>
          </p:nvPr>
        </p:nvSpPr>
        <p:spPr>
          <a:xfrm>
            <a:off x="6190488" y="100701"/>
            <a:ext cx="5332001" cy="365125"/>
          </a:xfrm>
        </p:spPr>
        <p:txBody>
          <a:bodyPr/>
          <a:lstStyle/>
          <a:p>
            <a:endParaRPr lang="en-US"/>
          </a:p>
        </p:txBody>
      </p:sp>
      <p:sp>
        <p:nvSpPr>
          <p:cNvPr id="5" name="Slide Number Placeholder 5">
            <a:extLst>
              <a:ext uri="{FF2B5EF4-FFF2-40B4-BE49-F238E27FC236}">
                <a16:creationId xmlns:a16="http://schemas.microsoft.com/office/drawing/2014/main" id="{8A199958-2F45-8AE2-B3FA-8DEE7EA3D7FA}"/>
              </a:ext>
            </a:extLst>
          </p:cNvPr>
          <p:cNvSpPr>
            <a:spLocks noGrp="1"/>
          </p:cNvSpPr>
          <p:nvPr>
            <p:ph type="sldNum" sz="quarter" idx="12"/>
          </p:nvPr>
        </p:nvSpPr>
        <p:spPr>
          <a:xfrm>
            <a:off x="11762793" y="100701"/>
            <a:ext cx="429207" cy="365125"/>
          </a:xfrm>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654235659"/>
      </p:ext>
    </p:extLst>
  </p:cSld>
  <p:clrMapOvr>
    <a:overrideClrMapping bg1="lt1" tx1="dk1" bg2="lt2" tx2="dk2" accent1="accent1" accent2="accent2" accent3="accent3" accent4="accent4" accent5="accent5" accent6="accent6" hlink="hlink" folHlink="folHlink"/>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Number Large 4">
    <p:bg>
      <p:bgRef idx="1001">
        <a:schemeClr val="bg1"/>
      </p:bgRef>
    </p:bg>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A0E84C63-8906-E024-96D3-CABBCE341DA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6200000" flipV="1">
            <a:off x="11365053" y="99445"/>
            <a:ext cx="731520" cy="731520"/>
          </a:xfrm>
          <a:prstGeom prst="rect">
            <a:avLst/>
          </a:prstGeom>
        </p:spPr>
      </p:pic>
      <p:sp>
        <p:nvSpPr>
          <p:cNvPr id="3" name="Title 2">
            <a:extLst>
              <a:ext uri="{FF2B5EF4-FFF2-40B4-BE49-F238E27FC236}">
                <a16:creationId xmlns:a16="http://schemas.microsoft.com/office/drawing/2014/main" id="{3FAE7531-CF3E-6AB6-0F17-5A32F2757E85}"/>
              </a:ext>
            </a:extLst>
          </p:cNvPr>
          <p:cNvSpPr>
            <a:spLocks noGrp="1"/>
          </p:cNvSpPr>
          <p:nvPr>
            <p:ph type="title"/>
          </p:nvPr>
        </p:nvSpPr>
        <p:spPr>
          <a:xfrm>
            <a:off x="6217306" y="1406493"/>
            <a:ext cx="5355995" cy="4175441"/>
          </a:xfrm>
        </p:spPr>
        <p:txBody>
          <a:bodyPr anchor="b">
            <a:normAutofit/>
          </a:bodyPr>
          <a:lstStyle>
            <a:lvl1pPr>
              <a:defRPr sz="2000" spc="0" baseline="0">
                <a:latin typeface="+mn-lt"/>
              </a:defRPr>
            </a:lvl1pPr>
          </a:lstStyle>
          <a:p>
            <a:r>
              <a:rPr lang="en-US"/>
              <a:t>Click to edit Master title style</a:t>
            </a:r>
          </a:p>
        </p:txBody>
      </p:sp>
      <p:sp>
        <p:nvSpPr>
          <p:cNvPr id="8" name="Date Placeholder 2">
            <a:extLst>
              <a:ext uri="{FF2B5EF4-FFF2-40B4-BE49-F238E27FC236}">
                <a16:creationId xmlns:a16="http://schemas.microsoft.com/office/drawing/2014/main" id="{29716D90-0E1B-9CA0-CA68-BAF42DCA9C28}"/>
              </a:ext>
            </a:extLst>
          </p:cNvPr>
          <p:cNvSpPr>
            <a:spLocks noGrp="1"/>
          </p:cNvSpPr>
          <p:nvPr>
            <p:ph type="dt" sz="half" idx="10"/>
          </p:nvPr>
        </p:nvSpPr>
        <p:spPr>
          <a:xfrm>
            <a:off x="0" y="99445"/>
            <a:ext cx="3345188" cy="365125"/>
          </a:xfrm>
        </p:spPr>
        <p:txBody>
          <a:bodyPr/>
          <a:lstStyle/>
          <a:p>
            <a:endParaRPr lang="en-US"/>
          </a:p>
        </p:txBody>
      </p:sp>
      <p:sp>
        <p:nvSpPr>
          <p:cNvPr id="9" name="Content Placeholder 6">
            <a:extLst>
              <a:ext uri="{FF2B5EF4-FFF2-40B4-BE49-F238E27FC236}">
                <a16:creationId xmlns:a16="http://schemas.microsoft.com/office/drawing/2014/main" id="{6AB58482-E637-A071-B668-27EBFD58F6CA}"/>
              </a:ext>
            </a:extLst>
          </p:cNvPr>
          <p:cNvSpPr>
            <a:spLocks noGrp="1"/>
          </p:cNvSpPr>
          <p:nvPr>
            <p:ph sz="quarter" idx="14" hasCustomPrompt="1"/>
          </p:nvPr>
        </p:nvSpPr>
        <p:spPr>
          <a:xfrm>
            <a:off x="478217" y="1378424"/>
            <a:ext cx="5424440" cy="4606119"/>
          </a:xfrm>
        </p:spPr>
        <p:txBody>
          <a:bodyPr anchor="b">
            <a:normAutofit/>
          </a:bodyPr>
          <a:lstStyle>
            <a:lvl1pPr marL="0" indent="0">
              <a:lnSpc>
                <a:spcPct val="90000"/>
              </a:lnSpc>
              <a:spcBef>
                <a:spcPts val="0"/>
              </a:spcBef>
              <a:buNone/>
              <a:defRPr sz="15000" b="0" i="0">
                <a:solidFill>
                  <a:schemeClr val="tx1"/>
                </a:solidFill>
                <a:latin typeface="+mj-lt"/>
              </a:defRPr>
            </a:lvl1pPr>
          </a:lstStyle>
          <a:p>
            <a:pPr lvl="0"/>
            <a:r>
              <a:rPr lang="en-US"/>
              <a: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a:xfrm>
            <a:off x="11762793" y="6393430"/>
            <a:ext cx="429207" cy="365125"/>
          </a:xfrm>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847224590"/>
      </p:ext>
    </p:extLst>
  </p:cSld>
  <p:clrMapOvr>
    <a:overrideClrMapping bg1="lt1" tx1="dk1" bg2="lt2" tx2="dk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005840"/>
          </a:xfrm>
        </p:spPr>
        <p:txBody>
          <a:bodyPr/>
          <a:lstStyle/>
          <a:p>
            <a:r>
              <a:rPr lang="en-US"/>
              <a:t>Click to edit Master title style</a:t>
            </a:r>
          </a:p>
        </p:txBody>
      </p:sp>
      <p:pic>
        <p:nvPicPr>
          <p:cNvPr id="3" name="Graphic 2">
            <a:extLst>
              <a:ext uri="{FF2B5EF4-FFF2-40B4-BE49-F238E27FC236}">
                <a16:creationId xmlns:a16="http://schemas.microsoft.com/office/drawing/2014/main" id="{832976E3-E745-9DF8-C3E3-53A778D9502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096453" y="5852160"/>
            <a:ext cx="1005840" cy="1005840"/>
          </a:xfrm>
          <a:prstGeom prst="rect">
            <a:avLst/>
          </a:prstGeom>
        </p:spPr>
      </p:pic>
      <p:sp>
        <p:nvSpPr>
          <p:cNvPr id="12" name="Footer Placeholder 11">
            <a:extLst>
              <a:ext uri="{FF2B5EF4-FFF2-40B4-BE49-F238E27FC236}">
                <a16:creationId xmlns:a16="http://schemas.microsoft.com/office/drawing/2014/main" id="{6F777942-A24A-16CB-2115-A16E397BBB01}"/>
              </a:ext>
            </a:extLst>
          </p:cNvPr>
          <p:cNvSpPr>
            <a:spLocks noGrp="1"/>
          </p:cNvSpPr>
          <p:nvPr>
            <p:ph type="ftr" sz="quarter" idx="15"/>
          </p:nvPr>
        </p:nvSpPr>
        <p:spPr/>
        <p:txBody>
          <a:bodyPr/>
          <a:lstStyle/>
          <a:p>
            <a:r>
              <a:rPr lang="en-US"/>
              <a:t>Sample footer text</a:t>
            </a:r>
          </a:p>
        </p:txBody>
      </p:sp>
      <p:sp>
        <p:nvSpPr>
          <p:cNvPr id="11" name="Date Placeholder 10">
            <a:extLst>
              <a:ext uri="{FF2B5EF4-FFF2-40B4-BE49-F238E27FC236}">
                <a16:creationId xmlns:a16="http://schemas.microsoft.com/office/drawing/2014/main" id="{91D0C3F1-69CA-2A45-33F7-9AF4B8FFEDBC}"/>
              </a:ext>
            </a:extLst>
          </p:cNvPr>
          <p:cNvSpPr>
            <a:spLocks noGrp="1"/>
          </p:cNvSpPr>
          <p:nvPr>
            <p:ph type="dt" sz="half" idx="14"/>
          </p:nvPr>
        </p:nvSpPr>
        <p:spPr/>
        <p:txBody>
          <a:bodyPr/>
          <a:lstStyle/>
          <a:p>
            <a:endParaRPr lang="en-US"/>
          </a:p>
        </p:txBody>
      </p:sp>
      <p:sp>
        <p:nvSpPr>
          <p:cNvPr id="13" name="Slide Number Placeholder 12">
            <a:extLst>
              <a:ext uri="{FF2B5EF4-FFF2-40B4-BE49-F238E27FC236}">
                <a16:creationId xmlns:a16="http://schemas.microsoft.com/office/drawing/2014/main" id="{8DB65802-3866-05DF-F96B-15A117F7C76C}"/>
              </a:ext>
            </a:extLst>
          </p:cNvPr>
          <p:cNvSpPr>
            <a:spLocks noGrp="1"/>
          </p:cNvSpPr>
          <p:nvPr>
            <p:ph type="sldNum" sz="quarter" idx="16"/>
          </p:nvPr>
        </p:nvSpPr>
        <p:spPr/>
        <p:txBody>
          <a:bodyPr/>
          <a:lstStyle/>
          <a:p>
            <a:fld id="{CC057153-B650-4DEB-B370-79DDCFDCE934}" type="slidenum">
              <a:rPr lang="en-US" smtClean="0"/>
              <a:pPr/>
              <a:t>‹#›</a:t>
            </a:fld>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7470" y="1016759"/>
            <a:ext cx="10082693" cy="5841242"/>
          </a:xfrm>
        </p:spPr>
        <p:txBody>
          <a:bodyPr anchor="b" anchorCtr="0">
            <a:noAutofit/>
          </a:bodyPr>
          <a:lstStyle>
            <a:lvl1pPr marL="0" indent="0">
              <a:lnSpc>
                <a:spcPct val="80000"/>
              </a:lnSpc>
              <a:buNone/>
              <a:defRPr sz="5600" b="0" spc="-200" baseline="0"/>
            </a:lvl1pPr>
            <a:lvl2pPr marL="228600" indent="0">
              <a:lnSpc>
                <a:spcPct val="80000"/>
              </a:lnSpc>
              <a:buNone/>
              <a:defRPr sz="5600" b="0" spc="-200" baseline="0"/>
            </a:lvl2pPr>
            <a:lvl3pPr marL="457200" indent="0">
              <a:lnSpc>
                <a:spcPct val="80000"/>
              </a:lnSpc>
              <a:buNone/>
              <a:defRPr sz="5600" b="0" spc="-200" baseline="0"/>
            </a:lvl3pPr>
            <a:lvl4pPr marL="685800" indent="0">
              <a:lnSpc>
                <a:spcPct val="80000"/>
              </a:lnSpc>
              <a:buNone/>
              <a:defRPr sz="5600" b="0" spc="-200" baseline="0"/>
            </a:lvl4pPr>
            <a:lvl5pPr marL="914400" indent="0">
              <a:lnSpc>
                <a:spcPct val="80000"/>
              </a:lnSpc>
              <a:buNone/>
              <a:defRPr sz="5600" b="0" spc="-200" baseline="0"/>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08388085"/>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Statem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572250" y="-1052833"/>
            <a:ext cx="10652760" cy="970083"/>
          </a:xfrm>
        </p:spPr>
        <p:txBody>
          <a:bodyPr/>
          <a:lstStyle/>
          <a:p>
            <a:r>
              <a:rPr lang="en-US"/>
              <a:t>Click to edit Master title style</a:t>
            </a:r>
          </a:p>
        </p:txBody>
      </p:sp>
      <p:sp>
        <p:nvSpPr>
          <p:cNvPr id="5" name="Content Placeholder 6">
            <a:extLst>
              <a:ext uri="{FF2B5EF4-FFF2-40B4-BE49-F238E27FC236}">
                <a16:creationId xmlns:a16="http://schemas.microsoft.com/office/drawing/2014/main" id="{28B79B09-36D6-C7B6-557C-22D3F2F4BF75}"/>
              </a:ext>
            </a:extLst>
          </p:cNvPr>
          <p:cNvSpPr>
            <a:spLocks noGrp="1"/>
          </p:cNvSpPr>
          <p:nvPr>
            <p:ph sz="quarter" idx="13" hasCustomPrompt="1"/>
          </p:nvPr>
        </p:nvSpPr>
        <p:spPr>
          <a:xfrm>
            <a:off x="-17470" y="81888"/>
            <a:ext cx="8206127" cy="4667533"/>
          </a:xfrm>
        </p:spPr>
        <p:txBody>
          <a:bodyPr anchor="t" anchorCtr="0">
            <a:noAutofit/>
          </a:bodyPr>
          <a:lstStyle>
            <a:lvl1pPr marL="0" indent="0">
              <a:lnSpc>
                <a:spcPct val="80000"/>
              </a:lnSpc>
              <a:buNone/>
              <a:defRPr sz="5600" b="0" spc="-200" baseline="0"/>
            </a:lvl1pPr>
            <a:lvl2pPr marL="228600" indent="0">
              <a:lnSpc>
                <a:spcPct val="80000"/>
              </a:lnSpc>
              <a:buNone/>
              <a:defRPr sz="5600" b="0" spc="-200" baseline="0"/>
            </a:lvl2pPr>
            <a:lvl3pPr marL="457200" indent="0">
              <a:lnSpc>
                <a:spcPct val="80000"/>
              </a:lnSpc>
              <a:buNone/>
              <a:defRPr sz="5600" b="0" spc="-200" baseline="0"/>
            </a:lvl3pPr>
            <a:lvl4pPr marL="685800" indent="0">
              <a:lnSpc>
                <a:spcPct val="80000"/>
              </a:lnSpc>
              <a:buNone/>
              <a:defRPr sz="5600" b="0" spc="-200" baseline="0"/>
            </a:lvl4pPr>
            <a:lvl5pPr marL="914400" indent="0">
              <a:lnSpc>
                <a:spcPct val="80000"/>
              </a:lnSpc>
              <a:buNone/>
              <a:defRPr sz="5600" b="0" spc="-200" baseline="0"/>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8" name="Slide Number Placeholder 9">
            <a:extLst>
              <a:ext uri="{FF2B5EF4-FFF2-40B4-BE49-F238E27FC236}">
                <a16:creationId xmlns:a16="http://schemas.microsoft.com/office/drawing/2014/main" id="{14D8BBE8-9A85-674B-8806-BC1E7F97D9B1}"/>
              </a:ext>
            </a:extLst>
          </p:cNvPr>
          <p:cNvSpPr>
            <a:spLocks noGrp="1"/>
          </p:cNvSpPr>
          <p:nvPr>
            <p:ph type="sldNum" sz="quarter" idx="16"/>
          </p:nvPr>
        </p:nvSpPr>
        <p:spPr>
          <a:xfrm>
            <a:off x="11762793" y="109728"/>
            <a:ext cx="429207" cy="365125"/>
          </a:xfrm>
        </p:spPr>
        <p:txBody>
          <a:bodyPr anchor="t"/>
          <a:lstStyle/>
          <a:p>
            <a:fld id="{CC057153-B650-4DEB-B370-79DDCFDCE934}" type="slidenum">
              <a:rPr lang="en-US" smtClean="0"/>
              <a:pPr/>
              <a:t>‹#›</a:t>
            </a:fld>
            <a:endParaRPr lang="en-US"/>
          </a:p>
        </p:txBody>
      </p:sp>
      <p:sp>
        <p:nvSpPr>
          <p:cNvPr id="10" name="Oval 9">
            <a:extLst>
              <a:ext uri="{FF2B5EF4-FFF2-40B4-BE49-F238E27FC236}">
                <a16:creationId xmlns:a16="http://schemas.microsoft.com/office/drawing/2014/main" id="{E2124AE3-E085-484F-727A-B52B7EC3107F}"/>
              </a:ext>
            </a:extLst>
          </p:cNvPr>
          <p:cNvSpPr/>
          <p:nvPr userDrawn="1"/>
        </p:nvSpPr>
        <p:spPr>
          <a:xfrm>
            <a:off x="8552512" y="3218512"/>
            <a:ext cx="3557904" cy="3557904"/>
          </a:xfrm>
          <a:prstGeom prst="ellipse">
            <a:avLst/>
          </a:prstGeom>
          <a:noFill/>
          <a:ln w="158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ooter Placeholder 4">
            <a:extLst>
              <a:ext uri="{FF2B5EF4-FFF2-40B4-BE49-F238E27FC236}">
                <a16:creationId xmlns:a16="http://schemas.microsoft.com/office/drawing/2014/main" id="{3ADC5C58-149D-7F0E-C0DA-F056A621828F}"/>
              </a:ext>
            </a:extLst>
          </p:cNvPr>
          <p:cNvSpPr>
            <a:spLocks noGrp="1"/>
          </p:cNvSpPr>
          <p:nvPr>
            <p:ph type="ftr" sz="quarter" idx="11"/>
          </p:nvPr>
        </p:nvSpPr>
        <p:spPr>
          <a:xfrm>
            <a:off x="0" y="6411675"/>
            <a:ext cx="5898630" cy="365125"/>
          </a:xfrm>
        </p:spPr>
        <p:txBody>
          <a:bodyPr anchor="b"/>
          <a:lstStyle/>
          <a:p>
            <a:r>
              <a:rPr lang="en-US"/>
              <a:t>Sample footer text</a:t>
            </a:r>
          </a:p>
        </p:txBody>
      </p:sp>
      <p:sp>
        <p:nvSpPr>
          <p:cNvPr id="3" name="Date Placeholder 3">
            <a:extLst>
              <a:ext uri="{FF2B5EF4-FFF2-40B4-BE49-F238E27FC236}">
                <a16:creationId xmlns:a16="http://schemas.microsoft.com/office/drawing/2014/main" id="{E1B7751E-865D-DA78-6F88-46D5A33A26EB}"/>
              </a:ext>
            </a:extLst>
          </p:cNvPr>
          <p:cNvSpPr>
            <a:spLocks noGrp="1"/>
          </p:cNvSpPr>
          <p:nvPr>
            <p:ph type="dt" sz="half" idx="10"/>
          </p:nvPr>
        </p:nvSpPr>
        <p:spPr>
          <a:xfrm>
            <a:off x="6217920" y="6411675"/>
            <a:ext cx="5332001" cy="365125"/>
          </a:xfrm>
        </p:spPr>
        <p:txBody>
          <a:bodyPr anchor="b"/>
          <a:lstStyle/>
          <a:p>
            <a:endParaRPr lang="en-US"/>
          </a:p>
        </p:txBody>
      </p:sp>
    </p:spTree>
    <p:extLst>
      <p:ext uri="{BB962C8B-B14F-4D97-AF65-F5344CB8AC3E}">
        <p14:creationId xmlns:p14="http://schemas.microsoft.com/office/powerpoint/2010/main" val="1529631262"/>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Statement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572250" y="-1215532"/>
            <a:ext cx="10652760" cy="1133856"/>
          </a:xfrm>
        </p:spPr>
        <p:txBody>
          <a:bodyPr/>
          <a:lstStyle/>
          <a:p>
            <a:r>
              <a:rPr lang="en-US"/>
              <a:t>Click to edit Master title style</a:t>
            </a:r>
          </a:p>
        </p:txBody>
      </p:sp>
      <p:pic>
        <p:nvPicPr>
          <p:cNvPr id="4" name="Graphic 3">
            <a:extLst>
              <a:ext uri="{FF2B5EF4-FFF2-40B4-BE49-F238E27FC236}">
                <a16:creationId xmlns:a16="http://schemas.microsoft.com/office/drawing/2014/main" id="{9F77EE86-26B5-588D-FBC7-2D55635EA67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096453" y="5852160"/>
            <a:ext cx="1005840" cy="1005840"/>
          </a:xfrm>
          <a:prstGeom prst="rect">
            <a:avLst/>
          </a:prstGeom>
        </p:spPr>
      </p:pic>
      <p:sp>
        <p:nvSpPr>
          <p:cNvPr id="7" name="Footer Placeholder 4">
            <a:extLst>
              <a:ext uri="{FF2B5EF4-FFF2-40B4-BE49-F238E27FC236}">
                <a16:creationId xmlns:a16="http://schemas.microsoft.com/office/drawing/2014/main" id="{BF7D7DCD-152C-2BBF-7A32-DD62FF0F8F58}"/>
              </a:ext>
            </a:extLst>
          </p:cNvPr>
          <p:cNvSpPr>
            <a:spLocks noGrp="1"/>
          </p:cNvSpPr>
          <p:nvPr>
            <p:ph type="ftr" sz="quarter" idx="11"/>
          </p:nvPr>
        </p:nvSpPr>
        <p:spPr>
          <a:xfrm>
            <a:off x="0" y="100701"/>
            <a:ext cx="5898630" cy="365125"/>
          </a:xfrm>
        </p:spPr>
        <p:txBody>
          <a:bodyPr/>
          <a:lstStyle/>
          <a:p>
            <a:r>
              <a:rPr lang="en-US"/>
              <a:t>Sample footer text</a:t>
            </a:r>
          </a:p>
        </p:txBody>
      </p:sp>
      <p:sp>
        <p:nvSpPr>
          <p:cNvPr id="3" name="Date Placeholder 3">
            <a:extLst>
              <a:ext uri="{FF2B5EF4-FFF2-40B4-BE49-F238E27FC236}">
                <a16:creationId xmlns:a16="http://schemas.microsoft.com/office/drawing/2014/main" id="{4500461C-98A4-27A2-7628-C754571FABF5}"/>
              </a:ext>
            </a:extLst>
          </p:cNvPr>
          <p:cNvSpPr>
            <a:spLocks noGrp="1"/>
          </p:cNvSpPr>
          <p:nvPr>
            <p:ph type="dt" sz="half" idx="10"/>
          </p:nvPr>
        </p:nvSpPr>
        <p:spPr>
          <a:xfrm>
            <a:off x="6190488" y="100701"/>
            <a:ext cx="5332001" cy="365125"/>
          </a:xfrm>
        </p:spPr>
        <p:txBody>
          <a:bodyPr/>
          <a:lstStyle/>
          <a:p>
            <a:endParaRPr lang="en-US"/>
          </a:p>
        </p:txBody>
      </p:sp>
      <p:sp>
        <p:nvSpPr>
          <p:cNvPr id="10" name="Slide Number Placeholder 5">
            <a:extLst>
              <a:ext uri="{FF2B5EF4-FFF2-40B4-BE49-F238E27FC236}">
                <a16:creationId xmlns:a16="http://schemas.microsoft.com/office/drawing/2014/main" id="{3961EF53-B681-0E2D-E395-859E6E23DFD9}"/>
              </a:ext>
            </a:extLst>
          </p:cNvPr>
          <p:cNvSpPr>
            <a:spLocks noGrp="1"/>
          </p:cNvSpPr>
          <p:nvPr>
            <p:ph type="sldNum" sz="quarter" idx="12"/>
          </p:nvPr>
        </p:nvSpPr>
        <p:spPr>
          <a:xfrm>
            <a:off x="11762793" y="100701"/>
            <a:ext cx="429207" cy="365125"/>
          </a:xfrm>
        </p:spPr>
        <p:txBody>
          <a:bodyPr/>
          <a:lstStyle/>
          <a:p>
            <a:fld id="{CC057153-B650-4DEB-B370-79DDCFDCE934}" type="slidenum">
              <a:rPr lang="en-US" smtClean="0"/>
              <a:t>‹#›</a:t>
            </a:fld>
            <a:endParaRPr lang="en-US"/>
          </a:p>
        </p:txBody>
      </p:sp>
      <p:sp>
        <p:nvSpPr>
          <p:cNvPr id="8" name="Content Placeholder 6">
            <a:extLst>
              <a:ext uri="{FF2B5EF4-FFF2-40B4-BE49-F238E27FC236}">
                <a16:creationId xmlns:a16="http://schemas.microsoft.com/office/drawing/2014/main" id="{CC29B86A-C2A7-9757-32B2-0221942D9F5E}"/>
              </a:ext>
            </a:extLst>
          </p:cNvPr>
          <p:cNvSpPr>
            <a:spLocks noGrp="1"/>
          </p:cNvSpPr>
          <p:nvPr>
            <p:ph sz="quarter" idx="13" hasCustomPrompt="1"/>
          </p:nvPr>
        </p:nvSpPr>
        <p:spPr>
          <a:xfrm>
            <a:off x="-17470" y="1016759"/>
            <a:ext cx="10082693" cy="5841242"/>
          </a:xfrm>
        </p:spPr>
        <p:txBody>
          <a:bodyPr anchor="b" anchorCtr="0">
            <a:noAutofit/>
          </a:bodyPr>
          <a:lstStyle>
            <a:lvl1pPr marL="0" indent="0">
              <a:lnSpc>
                <a:spcPct val="80000"/>
              </a:lnSpc>
              <a:buNone/>
              <a:defRPr sz="5600" b="0" spc="-200" baseline="0"/>
            </a:lvl1pPr>
            <a:lvl2pPr marL="228600" indent="0">
              <a:lnSpc>
                <a:spcPct val="80000"/>
              </a:lnSpc>
              <a:buNone/>
              <a:defRPr sz="5600" b="0" spc="-200" baseline="0"/>
            </a:lvl2pPr>
            <a:lvl3pPr marL="457200" indent="0">
              <a:lnSpc>
                <a:spcPct val="80000"/>
              </a:lnSpc>
              <a:buNone/>
              <a:defRPr sz="5600" b="0" spc="-200" baseline="0"/>
            </a:lvl3pPr>
            <a:lvl4pPr marL="685800" indent="0">
              <a:lnSpc>
                <a:spcPct val="80000"/>
              </a:lnSpc>
              <a:buNone/>
              <a:defRPr sz="5600" b="0" spc="-200" baseline="0"/>
            </a:lvl4pPr>
            <a:lvl5pPr marL="914400" indent="0">
              <a:lnSpc>
                <a:spcPct val="80000"/>
              </a:lnSpc>
              <a:buNone/>
              <a:defRPr sz="5600" b="0" spc="-200" baseline="0"/>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20739935"/>
      </p:ext>
    </p:extLst>
  </p:cSld>
  <p:clrMapOvr>
    <a:overrideClrMapping bg1="dk1" tx1="lt1" bg2="dk2" tx2="lt2" accent1="accent1" accent2="accent2" accent3="accent3" accent4="accent4" accent5="accent5" accent6="accent6" hlink="hlink" folHlink="folHlink"/>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5DC095FD-8C32-C2DB-3F1D-105AFD1518B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083347" y="5852160"/>
            <a:ext cx="1005840" cy="1005840"/>
          </a:xfrm>
          <a:prstGeom prst="rect">
            <a:avLst/>
          </a:prstGeom>
        </p:spPr>
      </p:pic>
      <p:sp>
        <p:nvSpPr>
          <p:cNvPr id="4" name="Title 1">
            <a:extLst>
              <a:ext uri="{FF2B5EF4-FFF2-40B4-BE49-F238E27FC236}">
                <a16:creationId xmlns:a16="http://schemas.microsoft.com/office/drawing/2014/main" id="{CA0FBB42-F049-CCA6-45E1-D60DC58A76F0}"/>
              </a:ext>
            </a:extLst>
          </p:cNvPr>
          <p:cNvSpPr>
            <a:spLocks noGrp="1"/>
          </p:cNvSpPr>
          <p:nvPr>
            <p:ph type="title" hasCustomPrompt="1"/>
          </p:nvPr>
        </p:nvSpPr>
        <p:spPr>
          <a:xfrm>
            <a:off x="-1" y="5899926"/>
            <a:ext cx="5902657" cy="958073"/>
          </a:xfrm>
        </p:spPr>
        <p:txBody>
          <a:bodyPr anchor="b">
            <a:normAutofit/>
          </a:bodyPr>
          <a:lstStyle>
            <a:lvl1pPr>
              <a:lnSpc>
                <a:spcPct val="80000"/>
              </a:lnSpc>
              <a:defRPr sz="2000" spc="0" baseline="0">
                <a:solidFill>
                  <a:schemeClr val="tx1"/>
                </a:solidFill>
                <a:latin typeface="+mn-lt"/>
              </a:defRPr>
            </a:lvl1pPr>
          </a:lstStyle>
          <a:p>
            <a:r>
              <a:rPr lang="en-US"/>
              <a:t>Quote Author</a:t>
            </a:r>
          </a:p>
        </p:txBody>
      </p:sp>
      <p:sp>
        <p:nvSpPr>
          <p:cNvPr id="5" name="Content Placeholder 6">
            <a:extLst>
              <a:ext uri="{FF2B5EF4-FFF2-40B4-BE49-F238E27FC236}">
                <a16:creationId xmlns:a16="http://schemas.microsoft.com/office/drawing/2014/main" id="{2B5E50A9-B175-CA38-A22A-468AE7533B54}"/>
              </a:ext>
            </a:extLst>
          </p:cNvPr>
          <p:cNvSpPr>
            <a:spLocks noGrp="1"/>
          </p:cNvSpPr>
          <p:nvPr>
            <p:ph sz="quarter" idx="13" hasCustomPrompt="1"/>
          </p:nvPr>
        </p:nvSpPr>
        <p:spPr>
          <a:xfrm>
            <a:off x="-18288" y="95534"/>
            <a:ext cx="8961120" cy="4476466"/>
          </a:xfrm>
        </p:spPr>
        <p:txBody>
          <a:bodyPr anchor="t">
            <a:normAutofit/>
          </a:bodyPr>
          <a:lstStyle>
            <a:lvl1pPr marL="164592" indent="-164592">
              <a:lnSpc>
                <a:spcPct val="80000"/>
              </a:lnSpc>
              <a:spcBef>
                <a:spcPts val="0"/>
              </a:spcBef>
              <a:buNone/>
              <a:defRPr sz="5600" spc="-200" baseline="0">
                <a:solidFill>
                  <a:schemeClr val="tx1"/>
                </a:solidFill>
                <a:latin typeface="+mj-lt"/>
              </a:defRPr>
            </a:lvl1pPr>
          </a:lstStyle>
          <a:p>
            <a:pPr lvl="0"/>
            <a:r>
              <a:rPr lang="en-US"/>
              <a:t>Click to add Quote</a:t>
            </a:r>
          </a:p>
        </p:txBody>
      </p:sp>
      <p:sp>
        <p:nvSpPr>
          <p:cNvPr id="8" name="Slide Number Placeholder 9">
            <a:extLst>
              <a:ext uri="{FF2B5EF4-FFF2-40B4-BE49-F238E27FC236}">
                <a16:creationId xmlns:a16="http://schemas.microsoft.com/office/drawing/2014/main" id="{84D7E47A-F89A-8F43-C300-185AD1461C07}"/>
              </a:ext>
            </a:extLst>
          </p:cNvPr>
          <p:cNvSpPr>
            <a:spLocks noGrp="1"/>
          </p:cNvSpPr>
          <p:nvPr>
            <p:ph type="sldNum" sz="quarter" idx="16"/>
          </p:nvPr>
        </p:nvSpPr>
        <p:spPr>
          <a:xfrm>
            <a:off x="11762793" y="110364"/>
            <a:ext cx="429207" cy="365125"/>
          </a:xfrm>
        </p:spPr>
        <p:txBody>
          <a:bodyPr/>
          <a:lstStyle/>
          <a:p>
            <a:fld id="{CC057153-B650-4DEB-B370-79DDCFDCE934}" type="slidenum">
              <a:rPr lang="en-US" smtClean="0"/>
              <a:pPr/>
              <a:t>‹#›</a:t>
            </a:fld>
            <a:endParaRPr lang="en-US"/>
          </a:p>
        </p:txBody>
      </p:sp>
      <p:sp>
        <p:nvSpPr>
          <p:cNvPr id="10" name="Footer Placeholder 3">
            <a:extLst>
              <a:ext uri="{FF2B5EF4-FFF2-40B4-BE49-F238E27FC236}">
                <a16:creationId xmlns:a16="http://schemas.microsoft.com/office/drawing/2014/main" id="{1CA01B7F-0CDC-9F0A-6B3B-A87674D14D6B}"/>
              </a:ext>
            </a:extLst>
          </p:cNvPr>
          <p:cNvSpPr>
            <a:spLocks noGrp="1"/>
          </p:cNvSpPr>
          <p:nvPr>
            <p:ph type="ftr" sz="quarter" idx="17"/>
          </p:nvPr>
        </p:nvSpPr>
        <p:spPr>
          <a:xfrm>
            <a:off x="6193030" y="6392564"/>
            <a:ext cx="3104866" cy="365125"/>
          </a:xfrm>
        </p:spPr>
        <p:txBody>
          <a:bodyPr anchor="b"/>
          <a:lstStyle/>
          <a:p>
            <a:r>
              <a:rPr lang="en-US"/>
              <a:t>Sample footer text</a:t>
            </a:r>
          </a:p>
        </p:txBody>
      </p:sp>
    </p:spTree>
    <p:extLst>
      <p:ext uri="{BB962C8B-B14F-4D97-AF65-F5344CB8AC3E}">
        <p14:creationId xmlns:p14="http://schemas.microsoft.com/office/powerpoint/2010/main" val="349068947"/>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Quote 2">
    <p:bg>
      <p:bgRef idx="1001">
        <a:schemeClr val="bg1"/>
      </p:bgRef>
    </p:bg>
    <p:spTree>
      <p:nvGrpSpPr>
        <p:cNvPr id="1" name=""/>
        <p:cNvGrpSpPr/>
        <p:nvPr/>
      </p:nvGrpSpPr>
      <p:grpSpPr>
        <a:xfrm>
          <a:off x="0" y="0"/>
          <a:ext cx="0" cy="0"/>
          <a:chOff x="0" y="0"/>
          <a:chExt cx="0" cy="0"/>
        </a:xfrm>
      </p:grpSpPr>
      <p:sp>
        <p:nvSpPr>
          <p:cNvPr id="5" name="Oval 4">
            <a:extLst>
              <a:ext uri="{FF2B5EF4-FFF2-40B4-BE49-F238E27FC236}">
                <a16:creationId xmlns:a16="http://schemas.microsoft.com/office/drawing/2014/main" id="{829F5384-F69B-7999-8993-CF493BCC0AF5}"/>
              </a:ext>
            </a:extLst>
          </p:cNvPr>
          <p:cNvSpPr/>
          <p:nvPr userDrawn="1"/>
        </p:nvSpPr>
        <p:spPr>
          <a:xfrm>
            <a:off x="8519421" y="3176277"/>
            <a:ext cx="3557904" cy="3557904"/>
          </a:xfrm>
          <a:prstGeom prst="ellipse">
            <a:avLst/>
          </a:prstGeom>
          <a:noFill/>
          <a:ln w="158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738C46DA-CDE0-B9A4-3D5C-845982E727AC}"/>
              </a:ext>
            </a:extLst>
          </p:cNvPr>
          <p:cNvSpPr>
            <a:spLocks noGrp="1"/>
          </p:cNvSpPr>
          <p:nvPr>
            <p:ph type="title" hasCustomPrompt="1"/>
          </p:nvPr>
        </p:nvSpPr>
        <p:spPr>
          <a:xfrm>
            <a:off x="0" y="5940870"/>
            <a:ext cx="5902657" cy="910306"/>
          </a:xfrm>
        </p:spPr>
        <p:txBody>
          <a:bodyPr anchor="b">
            <a:normAutofit/>
          </a:bodyPr>
          <a:lstStyle>
            <a:lvl1pPr>
              <a:lnSpc>
                <a:spcPct val="80000"/>
              </a:lnSpc>
              <a:defRPr sz="2000" spc="0" baseline="0">
                <a:solidFill>
                  <a:schemeClr val="tx1"/>
                </a:solidFill>
                <a:latin typeface="+mn-lt"/>
              </a:defRPr>
            </a:lvl1pPr>
          </a:lstStyle>
          <a:p>
            <a:r>
              <a:rPr lang="en-US"/>
              <a:t>Quote Author</a:t>
            </a:r>
          </a:p>
        </p:txBody>
      </p:sp>
      <p:sp>
        <p:nvSpPr>
          <p:cNvPr id="8" name="Content Placeholder 6">
            <a:extLst>
              <a:ext uri="{FF2B5EF4-FFF2-40B4-BE49-F238E27FC236}">
                <a16:creationId xmlns:a16="http://schemas.microsoft.com/office/drawing/2014/main" id="{1CE14D3D-2707-27F9-B7FC-796ADA557C49}"/>
              </a:ext>
            </a:extLst>
          </p:cNvPr>
          <p:cNvSpPr>
            <a:spLocks noGrp="1"/>
          </p:cNvSpPr>
          <p:nvPr>
            <p:ph sz="quarter" idx="13" hasCustomPrompt="1"/>
          </p:nvPr>
        </p:nvSpPr>
        <p:spPr>
          <a:xfrm>
            <a:off x="0" y="95533"/>
            <a:ext cx="5902657" cy="5001905"/>
          </a:xfrm>
        </p:spPr>
        <p:txBody>
          <a:bodyPr anchor="t">
            <a:normAutofit/>
          </a:bodyPr>
          <a:lstStyle>
            <a:lvl1pPr marL="164592" indent="-164592">
              <a:lnSpc>
                <a:spcPct val="80000"/>
              </a:lnSpc>
              <a:spcBef>
                <a:spcPts val="0"/>
              </a:spcBef>
              <a:buNone/>
              <a:defRPr sz="5600" spc="-200" baseline="0">
                <a:solidFill>
                  <a:schemeClr val="tx1"/>
                </a:solidFill>
                <a:latin typeface="+mj-lt"/>
              </a:defRPr>
            </a:lvl1pPr>
          </a:lstStyle>
          <a:p>
            <a:pPr lvl="0"/>
            <a:r>
              <a:rPr lang="en-US"/>
              <a:t>Click to add Quote</a:t>
            </a:r>
          </a:p>
        </p:txBody>
      </p:sp>
      <p:sp>
        <p:nvSpPr>
          <p:cNvPr id="12" name="Footer Placeholder 4">
            <a:extLst>
              <a:ext uri="{FF2B5EF4-FFF2-40B4-BE49-F238E27FC236}">
                <a16:creationId xmlns:a16="http://schemas.microsoft.com/office/drawing/2014/main" id="{1C894B53-7D10-FCBC-A9AE-9307AA00D589}"/>
              </a:ext>
            </a:extLst>
          </p:cNvPr>
          <p:cNvSpPr>
            <a:spLocks noGrp="1"/>
          </p:cNvSpPr>
          <p:nvPr>
            <p:ph type="ftr" sz="quarter" idx="11"/>
          </p:nvPr>
        </p:nvSpPr>
        <p:spPr>
          <a:xfrm>
            <a:off x="6190488" y="100701"/>
            <a:ext cx="5340668" cy="365125"/>
          </a:xfrm>
        </p:spPr>
        <p:txBody>
          <a:bodyPr/>
          <a:lstStyle/>
          <a:p>
            <a:r>
              <a:rPr lang="en-US"/>
              <a:t>Sample footer text</a:t>
            </a:r>
          </a:p>
        </p:txBody>
      </p:sp>
      <p:sp>
        <p:nvSpPr>
          <p:cNvPr id="7" name="Date Placeholder 3">
            <a:extLst>
              <a:ext uri="{FF2B5EF4-FFF2-40B4-BE49-F238E27FC236}">
                <a16:creationId xmlns:a16="http://schemas.microsoft.com/office/drawing/2014/main" id="{5901AD6A-AFD3-46A2-2880-946FA9EBA0BC}"/>
              </a:ext>
            </a:extLst>
          </p:cNvPr>
          <p:cNvSpPr>
            <a:spLocks noGrp="1"/>
          </p:cNvSpPr>
          <p:nvPr>
            <p:ph type="dt" sz="half" idx="10"/>
          </p:nvPr>
        </p:nvSpPr>
        <p:spPr>
          <a:xfrm>
            <a:off x="6190488" y="6362968"/>
            <a:ext cx="2511743" cy="365125"/>
          </a:xfrm>
        </p:spPr>
        <p:txBody>
          <a:bodyPr anchor="b"/>
          <a:lstStyle/>
          <a:p>
            <a:endParaRPr lang="en-US"/>
          </a:p>
        </p:txBody>
      </p:sp>
      <p:sp>
        <p:nvSpPr>
          <p:cNvPr id="13" name="Slide Number Placeholder 5">
            <a:extLst>
              <a:ext uri="{FF2B5EF4-FFF2-40B4-BE49-F238E27FC236}">
                <a16:creationId xmlns:a16="http://schemas.microsoft.com/office/drawing/2014/main" id="{0E4BB4CA-93D0-1F7C-0E9E-B355F00935D3}"/>
              </a:ext>
            </a:extLst>
          </p:cNvPr>
          <p:cNvSpPr>
            <a:spLocks noGrp="1"/>
          </p:cNvSpPr>
          <p:nvPr>
            <p:ph type="sldNum" sz="quarter" idx="12"/>
          </p:nvPr>
        </p:nvSpPr>
        <p:spPr>
          <a:xfrm>
            <a:off x="11762793" y="100701"/>
            <a:ext cx="429207" cy="365125"/>
          </a:xfrm>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525566616"/>
      </p:ext>
    </p:extLst>
  </p:cSld>
  <p:clrMapOvr>
    <a:overrideClrMapping bg1="lt1" tx1="dk1" bg2="lt2" tx2="dk2" accent1="accent1" accent2="accent2" accent3="accent3" accent4="accent4" accent5="accent5" accent6="accent6" hlink="hlink" folHlink="folHlink"/>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Quote 3">
    <p:bg>
      <p:bgRef idx="1001">
        <a:schemeClr val="bg1"/>
      </p:bgRef>
    </p:bg>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C1BC50BE-AB5B-8BDE-7DBB-C903EDD6FB3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342940" y="95534"/>
            <a:ext cx="731520" cy="731520"/>
          </a:xfrm>
          <a:prstGeom prst="rect">
            <a:avLst/>
          </a:prstGeom>
        </p:spPr>
      </p:pic>
      <p:sp>
        <p:nvSpPr>
          <p:cNvPr id="4" name="Title 1">
            <a:extLst>
              <a:ext uri="{FF2B5EF4-FFF2-40B4-BE49-F238E27FC236}">
                <a16:creationId xmlns:a16="http://schemas.microsoft.com/office/drawing/2014/main" id="{B0ACCAE6-C0CE-BC40-76B0-4E5CF8030B55}"/>
              </a:ext>
            </a:extLst>
          </p:cNvPr>
          <p:cNvSpPr>
            <a:spLocks noGrp="1"/>
          </p:cNvSpPr>
          <p:nvPr>
            <p:ph type="title" hasCustomPrompt="1"/>
          </p:nvPr>
        </p:nvSpPr>
        <p:spPr>
          <a:xfrm>
            <a:off x="-1" y="5899926"/>
            <a:ext cx="5902657" cy="958073"/>
          </a:xfrm>
        </p:spPr>
        <p:txBody>
          <a:bodyPr anchor="b">
            <a:normAutofit/>
          </a:bodyPr>
          <a:lstStyle>
            <a:lvl1pPr>
              <a:lnSpc>
                <a:spcPct val="80000"/>
              </a:lnSpc>
              <a:defRPr sz="2000" spc="0" baseline="0">
                <a:solidFill>
                  <a:schemeClr val="tx1"/>
                </a:solidFill>
                <a:latin typeface="+mn-lt"/>
              </a:defRPr>
            </a:lvl1pPr>
          </a:lstStyle>
          <a:p>
            <a:r>
              <a:rPr lang="en-US"/>
              <a:t>Quote Author</a:t>
            </a:r>
          </a:p>
        </p:txBody>
      </p:sp>
      <p:sp>
        <p:nvSpPr>
          <p:cNvPr id="5" name="Content Placeholder 6">
            <a:extLst>
              <a:ext uri="{FF2B5EF4-FFF2-40B4-BE49-F238E27FC236}">
                <a16:creationId xmlns:a16="http://schemas.microsoft.com/office/drawing/2014/main" id="{A95C3E0C-58EF-D2CD-F0DE-C6EC49B86CCC}"/>
              </a:ext>
            </a:extLst>
          </p:cNvPr>
          <p:cNvSpPr>
            <a:spLocks noGrp="1"/>
          </p:cNvSpPr>
          <p:nvPr>
            <p:ph sz="quarter" idx="13" hasCustomPrompt="1"/>
          </p:nvPr>
        </p:nvSpPr>
        <p:spPr>
          <a:xfrm>
            <a:off x="0" y="95534"/>
            <a:ext cx="8961120" cy="4476466"/>
          </a:xfrm>
        </p:spPr>
        <p:txBody>
          <a:bodyPr anchor="t">
            <a:normAutofit/>
          </a:bodyPr>
          <a:lstStyle>
            <a:lvl1pPr marL="164592" indent="-164592">
              <a:lnSpc>
                <a:spcPct val="80000"/>
              </a:lnSpc>
              <a:spcBef>
                <a:spcPts val="0"/>
              </a:spcBef>
              <a:buNone/>
              <a:defRPr sz="5600" spc="-200" baseline="0">
                <a:solidFill>
                  <a:schemeClr val="tx1"/>
                </a:solidFill>
                <a:latin typeface="+mj-lt"/>
              </a:defRPr>
            </a:lvl1pPr>
          </a:lstStyle>
          <a:p>
            <a:pPr lvl="0"/>
            <a:r>
              <a:rPr lang="en-US"/>
              <a:t>Click to add Quote</a:t>
            </a:r>
          </a:p>
        </p:txBody>
      </p:sp>
      <p:sp>
        <p:nvSpPr>
          <p:cNvPr id="2" name="Date Placeholder 3">
            <a:extLst>
              <a:ext uri="{FF2B5EF4-FFF2-40B4-BE49-F238E27FC236}">
                <a16:creationId xmlns:a16="http://schemas.microsoft.com/office/drawing/2014/main" id="{D655B7A7-70D5-BACE-2BCD-3388773C761F}"/>
              </a:ext>
            </a:extLst>
          </p:cNvPr>
          <p:cNvSpPr>
            <a:spLocks noGrp="1"/>
          </p:cNvSpPr>
          <p:nvPr>
            <p:ph type="dt" sz="half" idx="10"/>
          </p:nvPr>
        </p:nvSpPr>
        <p:spPr>
          <a:xfrm>
            <a:off x="6217920" y="6397341"/>
            <a:ext cx="5332001" cy="365125"/>
          </a:xfrm>
        </p:spPr>
        <p:txBody>
          <a:bodyPr anchor="b"/>
          <a:lstStyle/>
          <a:p>
            <a:endParaRPr lang="en-US"/>
          </a:p>
        </p:txBody>
      </p:sp>
      <p:sp>
        <p:nvSpPr>
          <p:cNvPr id="9" name="Slide Number Placeholder 5">
            <a:extLst>
              <a:ext uri="{FF2B5EF4-FFF2-40B4-BE49-F238E27FC236}">
                <a16:creationId xmlns:a16="http://schemas.microsoft.com/office/drawing/2014/main" id="{6D55F0BA-717A-1EE4-7566-EDBF25121DCD}"/>
              </a:ext>
            </a:extLst>
          </p:cNvPr>
          <p:cNvSpPr>
            <a:spLocks noGrp="1"/>
          </p:cNvSpPr>
          <p:nvPr>
            <p:ph type="sldNum" sz="quarter" idx="12"/>
          </p:nvPr>
        </p:nvSpPr>
        <p:spPr>
          <a:xfrm>
            <a:off x="11762793" y="6397341"/>
            <a:ext cx="429207" cy="365125"/>
          </a:xfrm>
        </p:spPr>
        <p:txBody>
          <a:bodyPr anchor="b"/>
          <a:lstStyle/>
          <a:p>
            <a:fld id="{CC057153-B650-4DEB-B370-79DDCFDCE934}" type="slidenum">
              <a:rPr lang="en-US" smtClean="0"/>
              <a:t>‹#›</a:t>
            </a:fld>
            <a:endParaRPr lang="en-US"/>
          </a:p>
        </p:txBody>
      </p:sp>
    </p:spTree>
    <p:extLst>
      <p:ext uri="{BB962C8B-B14F-4D97-AF65-F5344CB8AC3E}">
        <p14:creationId xmlns:p14="http://schemas.microsoft.com/office/powerpoint/2010/main" val="1304495601"/>
      </p:ext>
    </p:extLst>
  </p:cSld>
  <p:clrMapOvr>
    <a:overrideClrMapping bg1="dk1" tx1="lt1" bg2="dk2" tx2="lt2" accent1="accent1" accent2="accent2" accent3="accent3" accent4="accent4" accent5="accent5" accent6="accent6" hlink="hlink" folHlink="folHlink"/>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Quot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0" y="5400504"/>
            <a:ext cx="7462853" cy="1443156"/>
          </a:xfrm>
        </p:spPr>
        <p:txBody>
          <a:bodyPr anchor="b" anchorCtr="0">
            <a:normAutofit/>
          </a:bodyPr>
          <a:lstStyle>
            <a:lvl1pPr>
              <a:lnSpc>
                <a:spcPct val="120000"/>
              </a:lnSpc>
              <a:defRPr sz="1600" spc="0" baseline="0">
                <a:solidFill>
                  <a:schemeClr val="tx1"/>
                </a:solidFill>
                <a:latin typeface="+mn-lt"/>
              </a:defRPr>
            </a:lvl1pPr>
          </a:lstStyle>
          <a:p>
            <a:r>
              <a:rPr lang="en-US"/>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8288" y="91440"/>
            <a:ext cx="7490285" cy="5029200"/>
          </a:xfrm>
        </p:spPr>
        <p:txBody>
          <a:bodyPr anchor="t" anchorCtr="0">
            <a:normAutofit/>
          </a:bodyPr>
          <a:lstStyle>
            <a:lvl1pPr marL="164592" indent="-164592">
              <a:lnSpc>
                <a:spcPct val="80000"/>
              </a:lnSpc>
              <a:spcBef>
                <a:spcPts val="0"/>
              </a:spcBef>
              <a:buNone/>
              <a:defRPr sz="5600" spc="-200" baseline="0">
                <a:latin typeface="+mj-lt"/>
              </a:defRPr>
            </a:lvl1pPr>
          </a:lstStyle>
          <a:p>
            <a:pPr lvl="0"/>
            <a:r>
              <a:rPr lang="en-US"/>
              <a:t>Click to add Quote</a:t>
            </a:r>
          </a:p>
        </p:txBody>
      </p:sp>
      <p:sp>
        <p:nvSpPr>
          <p:cNvPr id="8" name="Slide Number Placeholder 5">
            <a:extLst>
              <a:ext uri="{FF2B5EF4-FFF2-40B4-BE49-F238E27FC236}">
                <a16:creationId xmlns:a16="http://schemas.microsoft.com/office/drawing/2014/main" id="{3C6CA867-0594-FF63-2A8A-31E617CF8B81}"/>
              </a:ext>
            </a:extLst>
          </p:cNvPr>
          <p:cNvSpPr>
            <a:spLocks noGrp="1"/>
          </p:cNvSpPr>
          <p:nvPr>
            <p:ph type="sldNum" sz="quarter" idx="12"/>
          </p:nvPr>
        </p:nvSpPr>
        <p:spPr>
          <a:xfrm>
            <a:off x="11762793" y="100701"/>
            <a:ext cx="429207" cy="365125"/>
          </a:xfrm>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77780097"/>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Quot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6002866" y="5117083"/>
            <a:ext cx="6053559" cy="1618489"/>
          </a:xfrm>
        </p:spPr>
        <p:txBody>
          <a:bodyPr anchor="b" anchorCtr="0">
            <a:normAutofit/>
          </a:bodyPr>
          <a:lstStyle>
            <a:lvl1pPr>
              <a:lnSpc>
                <a:spcPct val="80000"/>
              </a:lnSpc>
              <a:defRPr sz="2000" spc="0" baseline="0">
                <a:solidFill>
                  <a:schemeClr val="tx1"/>
                </a:solidFill>
                <a:latin typeface="+mn-lt"/>
              </a:defRPr>
            </a:lvl1pPr>
          </a:lstStyle>
          <a:p>
            <a:r>
              <a:rPr lang="en-US"/>
              <a:t>Quote Author</a:t>
            </a:r>
          </a:p>
        </p:txBody>
      </p:sp>
      <p:pic>
        <p:nvPicPr>
          <p:cNvPr id="3" name="Graphic 2">
            <a:extLst>
              <a:ext uri="{FF2B5EF4-FFF2-40B4-BE49-F238E27FC236}">
                <a16:creationId xmlns:a16="http://schemas.microsoft.com/office/drawing/2014/main" id="{7B90859F-C81D-2CBA-0268-040BF6276E3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30461" y="5902452"/>
            <a:ext cx="731520" cy="731520"/>
          </a:xfrm>
          <a:prstGeom prst="rect">
            <a:avLst/>
          </a:prstGeom>
        </p:spPr>
      </p:pic>
      <p:sp>
        <p:nvSpPr>
          <p:cNvPr id="5" name="Footer Placeholder 4">
            <a:extLst>
              <a:ext uri="{FF2B5EF4-FFF2-40B4-BE49-F238E27FC236}">
                <a16:creationId xmlns:a16="http://schemas.microsoft.com/office/drawing/2014/main" id="{3E1BFC28-1FE6-202E-4C75-F59AA5769128}"/>
              </a:ext>
            </a:extLst>
          </p:cNvPr>
          <p:cNvSpPr>
            <a:spLocks noGrp="1"/>
          </p:cNvSpPr>
          <p:nvPr>
            <p:ph type="ftr" sz="quarter" idx="11"/>
          </p:nvPr>
        </p:nvSpPr>
        <p:spPr>
          <a:xfrm>
            <a:off x="0" y="100701"/>
            <a:ext cx="5898630" cy="365125"/>
          </a:xfrm>
        </p:spPr>
        <p:txBody>
          <a:bodyPr/>
          <a:lstStyle/>
          <a:p>
            <a:r>
              <a:rPr lang="en-US"/>
              <a:t>Sample footer text</a:t>
            </a:r>
          </a:p>
        </p:txBody>
      </p:sp>
      <p:sp>
        <p:nvSpPr>
          <p:cNvPr id="4" name="Date Placeholder 3">
            <a:extLst>
              <a:ext uri="{FF2B5EF4-FFF2-40B4-BE49-F238E27FC236}">
                <a16:creationId xmlns:a16="http://schemas.microsoft.com/office/drawing/2014/main" id="{45652F0F-1439-960F-9C3A-9343AACF5CF7}"/>
              </a:ext>
            </a:extLst>
          </p:cNvPr>
          <p:cNvSpPr>
            <a:spLocks noGrp="1"/>
          </p:cNvSpPr>
          <p:nvPr>
            <p:ph type="dt" sz="half" idx="10"/>
          </p:nvPr>
        </p:nvSpPr>
        <p:spPr>
          <a:xfrm>
            <a:off x="6217920" y="100701"/>
            <a:ext cx="5332001" cy="365125"/>
          </a:xfrm>
        </p:spPr>
        <p:txBody>
          <a:bodyPr/>
          <a:lstStyle/>
          <a:p>
            <a:endParaRPr lang="en-US"/>
          </a:p>
        </p:txBody>
      </p:sp>
      <p:sp>
        <p:nvSpPr>
          <p:cNvPr id="6" name="Slide Number Placeholder 5">
            <a:extLst>
              <a:ext uri="{FF2B5EF4-FFF2-40B4-BE49-F238E27FC236}">
                <a16:creationId xmlns:a16="http://schemas.microsoft.com/office/drawing/2014/main" id="{25272698-4711-8849-0363-3DFE78138D32}"/>
              </a:ext>
            </a:extLst>
          </p:cNvPr>
          <p:cNvSpPr>
            <a:spLocks noGrp="1"/>
          </p:cNvSpPr>
          <p:nvPr>
            <p:ph type="sldNum" sz="quarter" idx="12"/>
          </p:nvPr>
        </p:nvSpPr>
        <p:spPr>
          <a:xfrm>
            <a:off x="11762793" y="100701"/>
            <a:ext cx="429207" cy="365125"/>
          </a:xfrm>
        </p:spPr>
        <p:txBody>
          <a:bodyPr/>
          <a:lstStyle/>
          <a:p>
            <a:fld id="{CC057153-B650-4DEB-B370-79DDCFDCE934}" type="slidenum">
              <a:rPr lang="en-US" smtClean="0"/>
              <a:t>‹#›</a:t>
            </a:fld>
            <a:endParaRPr lang="en-US"/>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5967194" y="1040130"/>
            <a:ext cx="6089232" cy="3694174"/>
          </a:xfrm>
        </p:spPr>
        <p:txBody>
          <a:bodyPr anchor="b" anchorCtr="0">
            <a:normAutofit/>
          </a:bodyPr>
          <a:lstStyle>
            <a:lvl1pPr marL="164592" indent="-164592">
              <a:lnSpc>
                <a:spcPct val="80000"/>
              </a:lnSpc>
              <a:spcBef>
                <a:spcPts val="0"/>
              </a:spcBef>
              <a:buNone/>
              <a:defRPr sz="5600" spc="-200" baseline="0">
                <a:solidFill>
                  <a:schemeClr val="tx1"/>
                </a:solidFill>
                <a:latin typeface="+mj-lt"/>
              </a:defRPr>
            </a:lvl1pPr>
          </a:lstStyle>
          <a:p>
            <a:pPr lvl="0"/>
            <a:r>
              <a:rPr lang="en-US"/>
              <a:t>Click to add Quote</a:t>
            </a:r>
          </a:p>
        </p:txBody>
      </p:sp>
    </p:spTree>
    <p:extLst>
      <p:ext uri="{BB962C8B-B14F-4D97-AF65-F5344CB8AC3E}">
        <p14:creationId xmlns:p14="http://schemas.microsoft.com/office/powerpoint/2010/main" val="2135123142"/>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6D1F904E-1F4C-373E-2E2B-D7478F70F195}"/>
              </a:ext>
            </a:extLst>
          </p:cNvPr>
          <p:cNvSpPr>
            <a:spLocks noGrp="1"/>
          </p:cNvSpPr>
          <p:nvPr>
            <p:ph type="title"/>
          </p:nvPr>
        </p:nvSpPr>
        <p:spPr>
          <a:xfrm>
            <a:off x="502920" y="644663"/>
            <a:ext cx="11045952" cy="1088358"/>
          </a:xfrm>
        </p:spPr>
        <p:txBody>
          <a:bodyPr/>
          <a:lstStyle/>
          <a:p>
            <a:r>
              <a:rPr lang="en-US"/>
              <a:t>Click to edit Master title style</a:t>
            </a:r>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a:xfrm>
            <a:off x="530352" y="109728"/>
            <a:ext cx="5276852" cy="365125"/>
          </a:xfrm>
        </p:spPr>
        <p:txBody>
          <a:bodyPr/>
          <a:lstStyle/>
          <a:p>
            <a:r>
              <a:rPr lang="en-US"/>
              <a:t>Sample footer text</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a:xfrm>
            <a:off x="11231928" y="110364"/>
            <a:ext cx="429207" cy="365125"/>
          </a:xfrm>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969013169"/>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6" name="Footer Placeholder 4">
            <a:extLst>
              <a:ext uri="{FF2B5EF4-FFF2-40B4-BE49-F238E27FC236}">
                <a16:creationId xmlns:a16="http://schemas.microsoft.com/office/drawing/2014/main" id="{1AD1B27E-1142-7BB8-1DE8-D31FA8AA8F10}"/>
              </a:ext>
            </a:extLst>
          </p:cNvPr>
          <p:cNvSpPr>
            <a:spLocks noGrp="1"/>
          </p:cNvSpPr>
          <p:nvPr>
            <p:ph type="ftr" sz="quarter" idx="11"/>
          </p:nvPr>
        </p:nvSpPr>
        <p:spPr>
          <a:xfrm>
            <a:off x="0" y="100701"/>
            <a:ext cx="5898630" cy="365125"/>
          </a:xfrm>
        </p:spPr>
        <p:txBody>
          <a:bodyPr/>
          <a:lstStyle/>
          <a:p>
            <a:r>
              <a:rPr lang="en-US"/>
              <a:t>Sample footer text</a:t>
            </a:r>
          </a:p>
        </p:txBody>
      </p:sp>
      <p:sp>
        <p:nvSpPr>
          <p:cNvPr id="5" name="Date Placeholder 3">
            <a:extLst>
              <a:ext uri="{FF2B5EF4-FFF2-40B4-BE49-F238E27FC236}">
                <a16:creationId xmlns:a16="http://schemas.microsoft.com/office/drawing/2014/main" id="{D900E2BC-FCC7-E994-4648-A42CDE518612}"/>
              </a:ext>
            </a:extLst>
          </p:cNvPr>
          <p:cNvSpPr>
            <a:spLocks noGrp="1"/>
          </p:cNvSpPr>
          <p:nvPr>
            <p:ph type="dt" sz="half" idx="10"/>
          </p:nvPr>
        </p:nvSpPr>
        <p:spPr>
          <a:xfrm>
            <a:off x="6217920" y="100701"/>
            <a:ext cx="5332001" cy="365125"/>
          </a:xfrm>
        </p:spPr>
        <p:txBody>
          <a:bodyPr/>
          <a:lstStyle/>
          <a:p>
            <a:endParaRPr lang="en-US"/>
          </a:p>
        </p:txBody>
      </p:sp>
      <p:sp>
        <p:nvSpPr>
          <p:cNvPr id="7" name="Slide Number Placeholder 5">
            <a:extLst>
              <a:ext uri="{FF2B5EF4-FFF2-40B4-BE49-F238E27FC236}">
                <a16:creationId xmlns:a16="http://schemas.microsoft.com/office/drawing/2014/main" id="{9E211A59-CFA8-A0B1-4A4C-E446F90726C5}"/>
              </a:ext>
            </a:extLst>
          </p:cNvPr>
          <p:cNvSpPr>
            <a:spLocks noGrp="1"/>
          </p:cNvSpPr>
          <p:nvPr>
            <p:ph type="sldNum" sz="quarter" idx="12"/>
          </p:nvPr>
        </p:nvSpPr>
        <p:spPr>
          <a:xfrm>
            <a:off x="11762793" y="100701"/>
            <a:ext cx="429207" cy="365125"/>
          </a:xfrm>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182752994"/>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0" y="1005840"/>
            <a:ext cx="4387515" cy="2266749"/>
          </a:xfrm>
        </p:spPr>
        <p:txBody>
          <a:bodyPr anchor="t">
            <a:noAutofit/>
          </a:bodyPr>
          <a:lstStyle>
            <a:lvl1pPr>
              <a:defRPr sz="5600"/>
            </a:lvl1pPr>
          </a:lstStyle>
          <a:p>
            <a:r>
              <a:rPr lang="en-US"/>
              <a:t>Click to edit Master title style</a:t>
            </a:r>
          </a:p>
        </p:txBody>
      </p:sp>
      <p:sp>
        <p:nvSpPr>
          <p:cNvPr id="9" name="Footer Placeholder 4">
            <a:extLst>
              <a:ext uri="{FF2B5EF4-FFF2-40B4-BE49-F238E27FC236}">
                <a16:creationId xmlns:a16="http://schemas.microsoft.com/office/drawing/2014/main" id="{3BF49C86-6C0C-1FF8-95FA-97DFDF9DAFB3}"/>
              </a:ext>
            </a:extLst>
          </p:cNvPr>
          <p:cNvSpPr>
            <a:spLocks noGrp="1"/>
          </p:cNvSpPr>
          <p:nvPr>
            <p:ph type="ftr" sz="quarter" idx="11"/>
          </p:nvPr>
        </p:nvSpPr>
        <p:spPr>
          <a:xfrm>
            <a:off x="0" y="100701"/>
            <a:ext cx="5898630" cy="365125"/>
          </a:xfrm>
        </p:spPr>
        <p:txBody>
          <a:bodyPr/>
          <a:lstStyle/>
          <a:p>
            <a:r>
              <a:rPr lang="en-US"/>
              <a:t>Sample footer text</a:t>
            </a:r>
          </a:p>
        </p:txBody>
      </p:sp>
      <p:sp>
        <p:nvSpPr>
          <p:cNvPr id="8" name="Date Placeholder 3">
            <a:extLst>
              <a:ext uri="{FF2B5EF4-FFF2-40B4-BE49-F238E27FC236}">
                <a16:creationId xmlns:a16="http://schemas.microsoft.com/office/drawing/2014/main" id="{967C0644-E9CA-553A-9682-88BC00D2C9A7}"/>
              </a:ext>
            </a:extLst>
          </p:cNvPr>
          <p:cNvSpPr>
            <a:spLocks noGrp="1"/>
          </p:cNvSpPr>
          <p:nvPr>
            <p:ph type="dt" sz="half" idx="10"/>
          </p:nvPr>
        </p:nvSpPr>
        <p:spPr>
          <a:xfrm>
            <a:off x="6217920" y="100701"/>
            <a:ext cx="5332001" cy="365125"/>
          </a:xfrm>
        </p:spPr>
        <p:txBody>
          <a:bodyPr/>
          <a:lstStyle/>
          <a:p>
            <a:endParaRPr lang="en-US"/>
          </a:p>
        </p:txBody>
      </p:sp>
      <p:sp>
        <p:nvSpPr>
          <p:cNvPr id="10" name="Slide Number Placeholder 5">
            <a:extLst>
              <a:ext uri="{FF2B5EF4-FFF2-40B4-BE49-F238E27FC236}">
                <a16:creationId xmlns:a16="http://schemas.microsoft.com/office/drawing/2014/main" id="{671DEEC6-473A-E958-E22B-4390511AE150}"/>
              </a:ext>
            </a:extLst>
          </p:cNvPr>
          <p:cNvSpPr>
            <a:spLocks noGrp="1"/>
          </p:cNvSpPr>
          <p:nvPr>
            <p:ph type="sldNum" sz="quarter" idx="12"/>
          </p:nvPr>
        </p:nvSpPr>
        <p:spPr>
          <a:xfrm>
            <a:off x="11762793" y="100701"/>
            <a:ext cx="429207" cy="365125"/>
          </a:xfrm>
        </p:spPr>
        <p:txBody>
          <a:bodyPr/>
          <a:lstStyle/>
          <a:p>
            <a:fld id="{CC057153-B650-4DEB-B370-79DDCFDCE934}" type="slidenum">
              <a:rPr lang="en-US" smtClean="0"/>
              <a:t>‹#›</a:t>
            </a:fld>
            <a:endParaRPr lang="en-US"/>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1" y="3951334"/>
            <a:ext cx="4387515" cy="2809615"/>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4884821" y="1005840"/>
            <a:ext cx="7217472" cy="5755109"/>
          </a:xfrm>
        </p:spPr>
        <p:txBody>
          <a:bodyPr>
            <a:normAutofit/>
          </a:bodyPr>
          <a:lstStyle>
            <a:lvl1pPr>
              <a:defRPr sz="1400"/>
            </a:lvl1pPr>
            <a:lvl2pPr>
              <a:defRPr sz="1400"/>
            </a:lvl2pPr>
            <a:lvl3pPr>
              <a:defRPr sz="1400"/>
            </a:lvl3pPr>
            <a:lvl4pPr>
              <a:defRPr sz="14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79954420"/>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Picture with Capt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0" y="1748588"/>
            <a:ext cx="5895375" cy="5109411"/>
          </a:xfrm>
        </p:spPr>
        <p:txBody>
          <a:bodyPr anchor="b">
            <a:noAutofit/>
          </a:bodyPr>
          <a:lstStyle>
            <a:lvl1pPr>
              <a:defRPr sz="5600"/>
            </a:lvl1pPr>
          </a:lstStyle>
          <a:p>
            <a:r>
              <a:rPr lang="en-US"/>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0" y="94648"/>
            <a:ext cx="4572000" cy="1276952"/>
          </a:xfrm>
        </p:spPr>
        <p:txBody>
          <a:bodyPr>
            <a:no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Picture Placeholder 10">
            <a:extLst>
              <a:ext uri="{FF2B5EF4-FFF2-40B4-BE49-F238E27FC236}">
                <a16:creationId xmlns:a16="http://schemas.microsoft.com/office/drawing/2014/main" id="{08FD5A0C-3984-4E77-6D88-7812D8F2B191}"/>
              </a:ext>
            </a:extLst>
          </p:cNvPr>
          <p:cNvSpPr>
            <a:spLocks noGrp="1"/>
          </p:cNvSpPr>
          <p:nvPr>
            <p:ph type="pic" sz="quarter" idx="13"/>
          </p:nvPr>
        </p:nvSpPr>
        <p:spPr>
          <a:xfrm>
            <a:off x="6096000" y="0"/>
            <a:ext cx="6096000" cy="6858000"/>
          </a:xfrm>
          <a:blipFill>
            <a:blip r:embed="rId2">
              <a:alphaModFix amt="70000"/>
            </a:blip>
            <a:stretch>
              <a:fillRect/>
            </a:stretch>
          </a:blipFill>
        </p:spPr>
        <p:txBody>
          <a:bodyPr/>
          <a:lstStyle/>
          <a:p>
            <a:endParaRPr lang="en-US"/>
          </a:p>
        </p:txBody>
      </p:sp>
      <p:pic>
        <p:nvPicPr>
          <p:cNvPr id="8" name="Graphic 7">
            <a:extLst>
              <a:ext uri="{FF2B5EF4-FFF2-40B4-BE49-F238E27FC236}">
                <a16:creationId xmlns:a16="http://schemas.microsoft.com/office/drawing/2014/main" id="{A4D56FA5-6B2C-25FC-5C75-51C0FD7A0850}"/>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163855" y="94648"/>
            <a:ext cx="731520" cy="731520"/>
          </a:xfrm>
          <a:prstGeom prst="rect">
            <a:avLst/>
          </a:prstGeom>
        </p:spPr>
      </p:pic>
    </p:spTree>
    <p:extLst>
      <p:ext uri="{BB962C8B-B14F-4D97-AF65-F5344CB8AC3E}">
        <p14:creationId xmlns:p14="http://schemas.microsoft.com/office/powerpoint/2010/main" val="3977207048"/>
      </p:ext>
    </p:extLst>
  </p:cSld>
  <p:clrMapOvr>
    <a:overrideClrMapping bg1="lt1" tx1="dk1" bg2="lt2" tx2="dk2" accent1="accent1" accent2="accent2" accent3="accent3" accent4="accent4" accent5="accent5" accent6="accent6" hlink="hlink" folHlink="folHlink"/>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45926" y="655093"/>
            <a:ext cx="10982409" cy="1528549"/>
          </a:xfrm>
        </p:spPr>
        <p:txBody>
          <a:bodyPr anchor="t">
            <a:noAutofit/>
          </a:bodyPr>
          <a:lstStyle>
            <a:lvl1pPr>
              <a:defRPr sz="5600"/>
            </a:lvl1pPr>
          </a:lstStyle>
          <a:p>
            <a:r>
              <a:rPr lang="en-US"/>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545926" y="2497540"/>
            <a:ext cx="10982409" cy="3384645"/>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5">
            <a:extLst>
              <a:ext uri="{FF2B5EF4-FFF2-40B4-BE49-F238E27FC236}">
                <a16:creationId xmlns:a16="http://schemas.microsoft.com/office/drawing/2014/main" id="{BD7A9B30-35AB-D437-5276-473CFE5169DF}"/>
              </a:ext>
            </a:extLst>
          </p:cNvPr>
          <p:cNvSpPr>
            <a:spLocks noGrp="1"/>
          </p:cNvSpPr>
          <p:nvPr>
            <p:ph type="ftr" sz="quarter" idx="16"/>
          </p:nvPr>
        </p:nvSpPr>
        <p:spPr>
          <a:xfrm>
            <a:off x="545926" y="6438284"/>
            <a:ext cx="5276852" cy="365125"/>
          </a:xfrm>
        </p:spPr>
        <p:txBody>
          <a:bodyPr/>
          <a:lstStyle/>
          <a:p>
            <a:r>
              <a:rPr lang="en-US"/>
              <a:t>Sample footer text</a:t>
            </a:r>
          </a:p>
        </p:txBody>
      </p:sp>
      <p:sp>
        <p:nvSpPr>
          <p:cNvPr id="4" name="Date Placeholder 4">
            <a:extLst>
              <a:ext uri="{FF2B5EF4-FFF2-40B4-BE49-F238E27FC236}">
                <a16:creationId xmlns:a16="http://schemas.microsoft.com/office/drawing/2014/main" id="{0D033E8C-C8B6-A9F1-6B99-0610AEC435CB}"/>
              </a:ext>
            </a:extLst>
          </p:cNvPr>
          <p:cNvSpPr>
            <a:spLocks noGrp="1"/>
          </p:cNvSpPr>
          <p:nvPr>
            <p:ph type="dt" sz="half" idx="15"/>
          </p:nvPr>
        </p:nvSpPr>
        <p:spPr>
          <a:xfrm>
            <a:off x="6190488" y="6432496"/>
            <a:ext cx="2544079" cy="365125"/>
          </a:xfrm>
        </p:spPr>
        <p:txBody>
          <a:bodyPr/>
          <a:lstStyle/>
          <a:p>
            <a:endParaRPr lang="en-US"/>
          </a:p>
        </p:txBody>
      </p:sp>
      <p:sp>
        <p:nvSpPr>
          <p:cNvPr id="6" name="Slide Number Placeholder 6">
            <a:extLst>
              <a:ext uri="{FF2B5EF4-FFF2-40B4-BE49-F238E27FC236}">
                <a16:creationId xmlns:a16="http://schemas.microsoft.com/office/drawing/2014/main" id="{09C00759-43C5-D4A5-6597-C9F31C4DA2AA}"/>
              </a:ext>
            </a:extLst>
          </p:cNvPr>
          <p:cNvSpPr>
            <a:spLocks noGrp="1"/>
          </p:cNvSpPr>
          <p:nvPr>
            <p:ph type="sldNum" sz="quarter" idx="17"/>
          </p:nvPr>
        </p:nvSpPr>
        <p:spPr>
          <a:xfrm>
            <a:off x="11099128" y="6438284"/>
            <a:ext cx="429207" cy="365125"/>
          </a:xfrm>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1729931518"/>
      </p:ext>
    </p:extLst>
  </p:cSld>
  <p:clrMapOvr>
    <a:overrideClrMapping bg1="dk1" tx1="lt1" bg2="dk2" tx2="lt2" accent1="accent1" accent2="accent2" accent3="accent3" accent4="accent4" accent5="accent5" accent6="accent6" hlink="hlink" folHlink="folHlink"/>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18615" y="2883090"/>
            <a:ext cx="7741851" cy="1842020"/>
          </a:xfrm>
        </p:spPr>
        <p:txBody>
          <a:bodyPr anchor="b">
            <a:noAutofit/>
          </a:bodyPr>
          <a:lstStyle>
            <a:lvl1pPr>
              <a:defRPr sz="5600"/>
            </a:lvl1pPr>
          </a:lstStyle>
          <a:p>
            <a:r>
              <a:rPr lang="en-US"/>
              <a:t>Click to edit Master title style</a:t>
            </a:r>
          </a:p>
        </p:txBody>
      </p:sp>
      <p:sp>
        <p:nvSpPr>
          <p:cNvPr id="9" name="Footer Placeholder 4">
            <a:extLst>
              <a:ext uri="{FF2B5EF4-FFF2-40B4-BE49-F238E27FC236}">
                <a16:creationId xmlns:a16="http://schemas.microsoft.com/office/drawing/2014/main" id="{C9D34928-44CA-ACCE-36AD-37689020A379}"/>
              </a:ext>
            </a:extLst>
          </p:cNvPr>
          <p:cNvSpPr>
            <a:spLocks noGrp="1"/>
          </p:cNvSpPr>
          <p:nvPr>
            <p:ph type="ftr" sz="quarter" idx="11"/>
          </p:nvPr>
        </p:nvSpPr>
        <p:spPr>
          <a:xfrm>
            <a:off x="536906" y="100701"/>
            <a:ext cx="5361724" cy="365125"/>
          </a:xfrm>
        </p:spPr>
        <p:txBody>
          <a:bodyPr/>
          <a:lstStyle/>
          <a:p>
            <a:r>
              <a:rPr lang="en-US"/>
              <a:t>Sample footer text</a:t>
            </a:r>
          </a:p>
        </p:txBody>
      </p:sp>
      <p:sp>
        <p:nvSpPr>
          <p:cNvPr id="8" name="Date Placeholder 3">
            <a:extLst>
              <a:ext uri="{FF2B5EF4-FFF2-40B4-BE49-F238E27FC236}">
                <a16:creationId xmlns:a16="http://schemas.microsoft.com/office/drawing/2014/main" id="{B6F43E62-A9B0-571B-E3BD-354206A884CF}"/>
              </a:ext>
            </a:extLst>
          </p:cNvPr>
          <p:cNvSpPr>
            <a:spLocks noGrp="1"/>
          </p:cNvSpPr>
          <p:nvPr>
            <p:ph type="dt" sz="half" idx="10"/>
          </p:nvPr>
        </p:nvSpPr>
        <p:spPr>
          <a:xfrm>
            <a:off x="6217921" y="100701"/>
            <a:ext cx="2526030" cy="365125"/>
          </a:xfrm>
        </p:spPr>
        <p:txBody>
          <a:bodyPr/>
          <a:lstStyle/>
          <a:p>
            <a:endParaRPr lang="en-US"/>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536905" y="4922111"/>
            <a:ext cx="7741850" cy="1279615"/>
          </a:xfrm>
        </p:spPr>
        <p:txBody>
          <a:bodyPr anchor="t">
            <a:no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762793" y="6392174"/>
            <a:ext cx="429207" cy="365125"/>
          </a:xfrm>
        </p:spPr>
        <p:txBody>
          <a:bodyPr anchor="b"/>
          <a:lstStyle/>
          <a:p>
            <a:fld id="{CC057153-B650-4DEB-B370-79DDCFDCE934}" type="slidenum">
              <a:rPr lang="en-US" smtClean="0"/>
              <a:t>‹#›</a:t>
            </a:fld>
            <a:endParaRPr lang="en-US"/>
          </a:p>
        </p:txBody>
      </p:sp>
      <p:sp>
        <p:nvSpPr>
          <p:cNvPr id="3" name="Oval 2">
            <a:extLst>
              <a:ext uri="{FF2B5EF4-FFF2-40B4-BE49-F238E27FC236}">
                <a16:creationId xmlns:a16="http://schemas.microsoft.com/office/drawing/2014/main" id="{D3CF16D9-01F3-6CE6-7291-C344E099BBD0}"/>
              </a:ext>
            </a:extLst>
          </p:cNvPr>
          <p:cNvSpPr/>
          <p:nvPr userDrawn="1"/>
        </p:nvSpPr>
        <p:spPr>
          <a:xfrm>
            <a:off x="8454179" y="100701"/>
            <a:ext cx="3557904" cy="3557904"/>
          </a:xfrm>
          <a:prstGeom prst="ellipse">
            <a:avLst/>
          </a:prstGeom>
          <a:noFill/>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2758200"/>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alpha val="99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18288" y="644663"/>
            <a:ext cx="12001592" cy="1088358"/>
          </a:xfrm>
          <a:prstGeom prst="rect">
            <a:avLst/>
          </a:prstGeom>
        </p:spPr>
        <p:txBody>
          <a:bodyPr vert="horz" lIns="91440" tIns="45720" rIns="91440" bIns="45720" rtlCol="0" anchor="t">
            <a:normAutofit/>
          </a:bodyPr>
          <a:lstStyle/>
          <a:p>
            <a:r>
              <a:rPr lang="en-US"/>
              <a:t>Click to edit Master title style</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6190488" y="104576"/>
            <a:ext cx="4836883" cy="365125"/>
          </a:xfrm>
          <a:prstGeom prst="rect">
            <a:avLst/>
          </a:prstGeom>
        </p:spPr>
        <p:txBody>
          <a:bodyPr vert="horz" lIns="91440" tIns="45720" rIns="91440" bIns="45720" rtlCol="0" anchor="t"/>
          <a:lstStyle>
            <a:lvl1pPr algn="l" rtl="0">
              <a:lnSpc>
                <a:spcPct val="80000"/>
              </a:lnSpc>
              <a:defRPr sz="1000">
                <a:solidFill>
                  <a:schemeClr val="tx1"/>
                </a:solidFill>
                <a:latin typeface="+mn-lt"/>
              </a:defRPr>
            </a:lvl1pPr>
          </a:lstStyle>
          <a:p>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14501" y="110364"/>
            <a:ext cx="5276852" cy="365125"/>
          </a:xfrm>
          <a:prstGeom prst="rect">
            <a:avLst/>
          </a:prstGeom>
        </p:spPr>
        <p:txBody>
          <a:bodyPr vert="horz" lIns="91440" tIns="45720" rIns="91440" bIns="45720" rtlCol="0" anchor="t"/>
          <a:lstStyle>
            <a:lvl1pPr algn="l" rtl="0">
              <a:lnSpc>
                <a:spcPct val="80000"/>
              </a:lnSpc>
              <a:defRPr sz="1000">
                <a:solidFill>
                  <a:schemeClr val="tx1"/>
                </a:solidFill>
                <a:latin typeface="+mn-lt"/>
              </a:defRPr>
            </a:lvl1pPr>
          </a:lstStyle>
          <a:p>
            <a:r>
              <a:rPr lang="en-US"/>
              <a:t>Sample footer text</a:t>
            </a:r>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762792" y="110364"/>
            <a:ext cx="429207" cy="365125"/>
          </a:xfrm>
          <a:prstGeom prst="rect">
            <a:avLst/>
          </a:prstGeom>
        </p:spPr>
        <p:txBody>
          <a:bodyPr vert="horz" lIns="91440" tIns="45720" rIns="91440" bIns="45720" rtlCol="0" anchor="t"/>
          <a:lstStyle>
            <a:lvl1pPr algn="r" rtl="0">
              <a:lnSpc>
                <a:spcPct val="80000"/>
              </a:lnSpc>
              <a:defRPr sz="1000">
                <a:solidFill>
                  <a:schemeClr val="tx1"/>
                </a:solidFill>
                <a:latin typeface="+mn-lt"/>
              </a:defRPr>
            </a:lvl1pPr>
          </a:lstStyle>
          <a:p>
            <a:fld id="{CC057153-B650-4DEB-B370-79DDCFDCE934}" type="slidenum">
              <a:rPr lang="en-US" smtClean="0"/>
              <a:pPr/>
              <a:t>‹#›</a:t>
            </a:fld>
            <a:endParaRPr lang="en-US"/>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0" y="1907521"/>
            <a:ext cx="12001592" cy="48401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255621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 id="2147483717" r:id="rId57"/>
    <p:sldLayoutId id="2147483718" r:id="rId58"/>
    <p:sldLayoutId id="2147483719" r:id="rId59"/>
  </p:sldLayoutIdLst>
  <p:hf sldNum="0" hdr="0" ftr="0" dt="0"/>
  <p:txStyles>
    <p:titleStyle>
      <a:lvl1pPr algn="l" defTabSz="914400" rtl="0" eaLnBrk="1" latinLnBrk="0" hangingPunct="1">
        <a:lnSpc>
          <a:spcPct val="80000"/>
        </a:lnSpc>
        <a:spcBef>
          <a:spcPct val="0"/>
        </a:spcBef>
        <a:buNone/>
        <a:defRPr sz="5600" b="0" i="0" kern="1200" spc="-200" baseline="0">
          <a:solidFill>
            <a:schemeClr val="tx1"/>
          </a:solidFill>
          <a:latin typeface="+mj-lt"/>
          <a:ea typeface="+mj-ea"/>
          <a:cs typeface="+mj-cs"/>
        </a:defRPr>
      </a:lvl1pPr>
    </p:titleStyle>
    <p:bodyStyle>
      <a:lvl1pPr marL="0" indent="0" algn="l" defTabSz="914400" rtl="0" eaLnBrk="1" latinLnBrk="0" hangingPunct="1">
        <a:lnSpc>
          <a:spcPct val="80000"/>
        </a:lnSpc>
        <a:spcBef>
          <a:spcPts val="1000"/>
        </a:spcBef>
        <a:buFont typeface="Arial" panose="020B0604020202020204" pitchFamily="34" charset="0"/>
        <a:buNone/>
        <a:defRPr sz="1400" kern="1200" baseline="0">
          <a:solidFill>
            <a:schemeClr val="tx1"/>
          </a:solidFill>
          <a:latin typeface="+mn-lt"/>
          <a:ea typeface="+mn-ea"/>
          <a:cs typeface="+mn-cs"/>
        </a:defRPr>
      </a:lvl1pPr>
      <a:lvl2pPr marL="228600" indent="0" algn="l" defTabSz="914400" rtl="0" eaLnBrk="1" latinLnBrk="0" hangingPunct="1">
        <a:lnSpc>
          <a:spcPct val="80000"/>
        </a:lnSpc>
        <a:spcBef>
          <a:spcPts val="1000"/>
        </a:spcBef>
        <a:buFont typeface="Arial" panose="020B0604020202020204" pitchFamily="34" charset="0"/>
        <a:buNone/>
        <a:defRPr sz="1400" kern="1200" baseline="0">
          <a:solidFill>
            <a:schemeClr val="tx1"/>
          </a:solidFill>
          <a:latin typeface="+mn-lt"/>
          <a:ea typeface="+mn-ea"/>
          <a:cs typeface="+mn-cs"/>
        </a:defRPr>
      </a:lvl2pPr>
      <a:lvl3pPr marL="457200" indent="0" algn="l" defTabSz="914400" rtl="0" eaLnBrk="1" latinLnBrk="0" hangingPunct="1">
        <a:lnSpc>
          <a:spcPct val="80000"/>
        </a:lnSpc>
        <a:spcBef>
          <a:spcPts val="1000"/>
        </a:spcBef>
        <a:buFont typeface="Arial" panose="020B0604020202020204" pitchFamily="34" charset="0"/>
        <a:buNone/>
        <a:defRPr sz="1400" kern="1200" baseline="0">
          <a:solidFill>
            <a:schemeClr val="tx1"/>
          </a:solidFill>
          <a:latin typeface="+mn-lt"/>
          <a:ea typeface="+mn-ea"/>
          <a:cs typeface="+mn-cs"/>
        </a:defRPr>
      </a:lvl3pPr>
      <a:lvl4pPr marL="685800" indent="0" algn="l" defTabSz="914400" rtl="0" eaLnBrk="1" latinLnBrk="0" hangingPunct="1">
        <a:lnSpc>
          <a:spcPct val="80000"/>
        </a:lnSpc>
        <a:spcBef>
          <a:spcPts val="1000"/>
        </a:spcBef>
        <a:buFont typeface="Arial" panose="020B0604020202020204" pitchFamily="34" charset="0"/>
        <a:buNone/>
        <a:defRPr sz="1400" kern="1200" baseline="0">
          <a:solidFill>
            <a:schemeClr val="tx1"/>
          </a:solidFill>
          <a:latin typeface="+mn-lt"/>
          <a:ea typeface="+mn-ea"/>
          <a:cs typeface="+mn-cs"/>
        </a:defRPr>
      </a:lvl4pPr>
      <a:lvl5pPr marL="914400" indent="0" algn="l" defTabSz="914400" rtl="0" eaLnBrk="1" latinLnBrk="0" hangingPunct="1">
        <a:lnSpc>
          <a:spcPct val="80000"/>
        </a:lnSpc>
        <a:spcBef>
          <a:spcPts val="1000"/>
        </a:spcBef>
        <a:buFont typeface="Arial" panose="020B0604020202020204" pitchFamily="34" charset="0"/>
        <a:buNone/>
        <a:defRPr sz="1400" kern="120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p15:clr>
            <a:srgbClr val="F26B43"/>
          </p15:clr>
        </p15:guide>
        <p15:guide id="6"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3.xml"/><Relationship Id="rId1" Type="http://schemas.openxmlformats.org/officeDocument/2006/relationships/slideLayout" Target="../slideLayouts/slideLayout2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5.xml"/><Relationship Id="rId1" Type="http://schemas.openxmlformats.org/officeDocument/2006/relationships/slideLayout" Target="../slideLayouts/slideLayout3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7.xml"/><Relationship Id="rId1" Type="http://schemas.openxmlformats.org/officeDocument/2006/relationships/slideLayout" Target="../slideLayouts/slideLayout2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9.xml"/><Relationship Id="rId1" Type="http://schemas.openxmlformats.org/officeDocument/2006/relationships/slideLayout" Target="../slideLayouts/slideLayout2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1.xml"/><Relationship Id="rId1" Type="http://schemas.openxmlformats.org/officeDocument/2006/relationships/slideLayout" Target="../slideLayouts/slideLayout2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3.xml"/><Relationship Id="rId1" Type="http://schemas.openxmlformats.org/officeDocument/2006/relationships/slideLayout" Target="../slideLayouts/slideLayout4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5.xml"/><Relationship Id="rId1" Type="http://schemas.openxmlformats.org/officeDocument/2006/relationships/slideLayout" Target="../slideLayouts/slideLayout2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17.xml"/><Relationship Id="rId1" Type="http://schemas.openxmlformats.org/officeDocument/2006/relationships/slideLayout" Target="../slideLayouts/slideLayout2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19.xml"/><Relationship Id="rId1" Type="http://schemas.openxmlformats.org/officeDocument/2006/relationships/slideLayout" Target="../slideLayouts/slideLayout2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21.xml"/><Relationship Id="rId1" Type="http://schemas.openxmlformats.org/officeDocument/2006/relationships/slideLayout" Target="../slideLayouts/slideLayout2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23.xml"/><Relationship Id="rId1" Type="http://schemas.openxmlformats.org/officeDocument/2006/relationships/slideLayout" Target="../slideLayouts/slideLayout2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25.xml"/><Relationship Id="rId1" Type="http://schemas.openxmlformats.org/officeDocument/2006/relationships/slideLayout" Target="../slideLayouts/slideLayout2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27.xml"/><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719D419F-2AB6-A52E-EF79-5F8FCD8E74A6}"/>
              </a:ext>
            </a:extLst>
          </p:cNvPr>
          <p:cNvSpPr>
            <a:spLocks noGrp="1"/>
          </p:cNvSpPr>
          <p:nvPr>
            <p:ph type="subTitle" idx="1"/>
          </p:nvPr>
        </p:nvSpPr>
        <p:spPr>
          <a:xfrm>
            <a:off x="0" y="4939257"/>
            <a:ext cx="5898630" cy="480373"/>
          </a:xfrm>
        </p:spPr>
        <p:txBody>
          <a:bodyPr anchor="t">
            <a:normAutofit/>
          </a:bodyPr>
          <a:lstStyle/>
          <a:p>
            <a:r>
              <a:rPr lang="en-US"/>
              <a:t>Innovative AI tool enhancing retrieval augmented generation</a:t>
            </a:r>
          </a:p>
        </p:txBody>
      </p:sp>
      <p:pic>
        <p:nvPicPr>
          <p:cNvPr id="5" name="Picture Placeholder 4" descr="People with VR grasses playing virtual reality game. Future digital technology and 3D virtual reality simulation modern futuristic lifestyle">
            <a:extLst>
              <a:ext uri="{FF2B5EF4-FFF2-40B4-BE49-F238E27FC236}">
                <a16:creationId xmlns:a16="http://schemas.microsoft.com/office/drawing/2014/main" id="{3B92BA2B-44D5-4583-AA8E-E841BED47EC2}"/>
              </a:ext>
            </a:extLst>
          </p:cNvPr>
          <p:cNvPicPr>
            <a:picLocks noGrp="1" noChangeAspect="1"/>
          </p:cNvPicPr>
          <p:nvPr>
            <p:ph type="pic" sz="quarter" idx="13"/>
          </p:nvPr>
        </p:nvPicPr>
        <p:blipFill>
          <a:blip r:embed="rId3"/>
          <a:srcRect t="3985" b="26257"/>
          <a:stretch>
            <a:fillRect/>
          </a:stretch>
        </p:blipFill>
        <p:spPr>
          <a:xfrm>
            <a:off x="20" y="-1"/>
            <a:ext cx="12191980" cy="4784036"/>
          </a:xfrm>
          <a:blipFill>
            <a:blip r:embed="rId4">
              <a:alphaModFix amt="70000"/>
            </a:blip>
            <a:stretch>
              <a:fillRect/>
            </a:stretch>
          </a:blipFill>
        </p:spPr>
      </p:pic>
      <p:sp>
        <p:nvSpPr>
          <p:cNvPr id="4" name="Title 3">
            <a:extLst>
              <a:ext uri="{FF2B5EF4-FFF2-40B4-BE49-F238E27FC236}">
                <a16:creationId xmlns:a16="http://schemas.microsoft.com/office/drawing/2014/main" id="{0CA3FBB4-3C85-7CFE-676C-3233AB44419A}"/>
              </a:ext>
            </a:extLst>
          </p:cNvPr>
          <p:cNvSpPr>
            <a:spLocks noGrp="1"/>
          </p:cNvSpPr>
          <p:nvPr>
            <p:ph type="title"/>
          </p:nvPr>
        </p:nvSpPr>
        <p:spPr>
          <a:xfrm>
            <a:off x="-19847" y="5718869"/>
            <a:ext cx="5916168" cy="1143000"/>
          </a:xfrm>
        </p:spPr>
        <p:txBody>
          <a:bodyPr anchor="b">
            <a:normAutofit/>
          </a:bodyPr>
          <a:lstStyle/>
          <a:p>
            <a:r>
              <a:rPr lang="en-US"/>
              <a:t>PU Buddy – AI RAG Assistant</a:t>
            </a:r>
          </a:p>
        </p:txBody>
      </p:sp>
    </p:spTree>
    <p:extLst>
      <p:ext uri="{BB962C8B-B14F-4D97-AF65-F5344CB8AC3E}">
        <p14:creationId xmlns:p14="http://schemas.microsoft.com/office/powerpoint/2010/main" val="32545218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0"/>
                                  </p:stCondLst>
                                  <p:iterate type="lt">
                                    <p:tmPct val="10000"/>
                                  </p:iterate>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400"/>
                                        <p:tgtEl>
                                          <p:spTgt spid="2">
                                            <p:txEl>
                                              <p:pRg st="0" end="0"/>
                                            </p:txEl>
                                          </p:spTgt>
                                        </p:tgtEl>
                                      </p:cBhvr>
                                    </p:animEffect>
                                  </p:childTnLst>
                                </p:cTn>
                              </p:par>
                              <p:par>
                                <p:cTn id="8" presetID="10" presetClass="entr" presetSubtype="0" fill="hold" grpId="0" nodeType="withEffect">
                                  <p:stCondLst>
                                    <p:cond delay="1000"/>
                                  </p:stCondLst>
                                  <p:iterate type="lt">
                                    <p:tmPct val="10000"/>
                                  </p:iterate>
                                  <p:childTnLst>
                                    <p:set>
                                      <p:cBhvr>
                                        <p:cTn id="9" dur="1" fill="hold">
                                          <p:stCondLst>
                                            <p:cond delay="0"/>
                                          </p:stCondLst>
                                        </p:cTn>
                                        <p:tgtEl>
                                          <p:spTgt spid="4"/>
                                        </p:tgtEl>
                                        <p:attrNameLst>
                                          <p:attrName>style.visibility</p:attrName>
                                        </p:attrNameLst>
                                      </p:cBhvr>
                                      <p:to>
                                        <p:strVal val="visible"/>
                                      </p:to>
                                    </p:set>
                                    <p:animEffect transition="in" filter="fade">
                                      <p:cBhvr>
                                        <p:cTn id="10" dur="400"/>
                                        <p:tgtEl>
                                          <p:spTgt spid="4"/>
                                        </p:tgtEl>
                                      </p:cBhvr>
                                    </p:animEffect>
                                  </p:childTnLst>
                                </p:cTn>
                              </p:par>
                              <p:par>
                                <p:cTn id="11" presetID="10" presetClass="entr" presetSubtype="0" fill="hold" grpId="1" nodeType="withEffect">
                                  <p:stCondLst>
                                    <p:cond delay="250"/>
                                  </p:stCondLst>
                                  <p:iterate type="lt">
                                    <p:tmPct val="10000"/>
                                  </p:iterate>
                                  <p:childTnLst>
                                    <p:set>
                                      <p:cBhvr>
                                        <p:cTn id="12" dur="1" fill="hold">
                                          <p:stCondLst>
                                            <p:cond delay="0"/>
                                          </p:stCondLst>
                                        </p:cTn>
                                        <p:tgtEl>
                                          <p:spTgt spid="2"/>
                                        </p:tgtEl>
                                        <p:attrNameLst>
                                          <p:attrName>style.visibility</p:attrName>
                                        </p:attrNameLst>
                                      </p:cBhvr>
                                      <p:to>
                                        <p:strVal val="visible"/>
                                      </p:to>
                                    </p:set>
                                    <p:animEffect transition="in" filter="fade">
                                      <p:cBhvr>
                                        <p:cTn id="1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2" grpId="1"/>
      <p:bldP spid="4"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95E284E-F820-AAC1-3EF4-13B55748CFB1}"/>
              </a:ext>
            </a:extLst>
          </p:cNvPr>
          <p:cNvSpPr>
            <a:spLocks noGrp="1"/>
          </p:cNvSpPr>
          <p:nvPr>
            <p:ph type="title"/>
          </p:nvPr>
        </p:nvSpPr>
        <p:spPr>
          <a:xfrm>
            <a:off x="0" y="2139696"/>
            <a:ext cx="8071011" cy="4718304"/>
          </a:xfrm>
        </p:spPr>
        <p:txBody>
          <a:bodyPr anchor="b">
            <a:normAutofit/>
          </a:bodyPr>
          <a:lstStyle/>
          <a:p>
            <a:r>
              <a:rPr lang="en-US"/>
              <a:t>PU Buddy – AI RAG Assistant</a:t>
            </a:r>
          </a:p>
        </p:txBody>
      </p:sp>
    </p:spTree>
    <p:extLst>
      <p:ext uri="{BB962C8B-B14F-4D97-AF65-F5344CB8AC3E}">
        <p14:creationId xmlns:p14="http://schemas.microsoft.com/office/powerpoint/2010/main" val="354580121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EEA492-5F76-80A2-FF61-C08A6B88AC78}"/>
              </a:ext>
            </a:extLst>
          </p:cNvPr>
          <p:cNvSpPr>
            <a:spLocks noGrp="1"/>
          </p:cNvSpPr>
          <p:nvPr>
            <p:ph type="title"/>
          </p:nvPr>
        </p:nvSpPr>
        <p:spPr>
          <a:xfrm>
            <a:off x="542307" y="621792"/>
            <a:ext cx="7252710" cy="1138769"/>
          </a:xfrm>
        </p:spPr>
        <p:txBody>
          <a:bodyPr vert="horz" lIns="91440" tIns="45720" rIns="91440" bIns="45720" rtlCol="0" anchor="t">
            <a:normAutofit/>
          </a:bodyPr>
          <a:lstStyle/>
          <a:p>
            <a:r>
              <a:rPr lang="en-US" b="0" i="0" kern="1200" spc="-200" baseline="0">
                <a:latin typeface="+mj-lt"/>
                <a:ea typeface="+mj-ea"/>
                <a:cs typeface="+mj-cs"/>
              </a:rPr>
              <a:t>Project Overview</a:t>
            </a:r>
          </a:p>
        </p:txBody>
      </p:sp>
      <p:sp>
        <p:nvSpPr>
          <p:cNvPr id="5" name="TextBox 4">
            <a:extLst>
              <a:ext uri="{FF2B5EF4-FFF2-40B4-BE49-F238E27FC236}">
                <a16:creationId xmlns:a16="http://schemas.microsoft.com/office/drawing/2014/main" id="{49FF3CAE-8957-43F9-8A95-644473DB6313}"/>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69602" y="2115404"/>
            <a:ext cx="7225415" cy="4212926"/>
          </a:xfrm>
          <a:prstGeom prst="rect">
            <a:avLst/>
          </a:prstGeom>
        </p:spPr>
        <p:txBody>
          <a:bodyPr>
            <a:normAutofit/>
          </a:bodyPr>
          <a:lstStyle/>
          <a:p>
            <a:pPr marL="0" indent="0">
              <a:lnSpc>
                <a:spcPct val="90000"/>
              </a:lnSpc>
              <a:spcBef>
                <a:spcPts val="2500"/>
              </a:spcBef>
              <a:spcAft>
                <a:spcPts val="600"/>
              </a:spcAft>
              <a:buNone/>
            </a:pPr>
            <a:r>
              <a:rPr lang="en-US" sz="1200" b="1"/>
              <a:t>Secure Local AI System</a:t>
            </a:r>
          </a:p>
          <a:p>
            <a:pPr marL="0" lvl="1" indent="0">
              <a:lnSpc>
                <a:spcPct val="90000"/>
              </a:lnSpc>
              <a:spcBef>
                <a:spcPts val="1000"/>
              </a:spcBef>
              <a:spcAft>
                <a:spcPts val="600"/>
              </a:spcAft>
              <a:buNone/>
            </a:pPr>
            <a:r>
              <a:rPr lang="en-US" sz="1200"/>
              <a:t>PU Buddy runs all AI functions locally, ensuring sensitive university data remains private and secure.</a:t>
            </a:r>
          </a:p>
          <a:p>
            <a:pPr marL="0" indent="0">
              <a:lnSpc>
                <a:spcPct val="90000"/>
              </a:lnSpc>
              <a:spcBef>
                <a:spcPts val="2500"/>
              </a:spcBef>
              <a:spcAft>
                <a:spcPts val="600"/>
              </a:spcAft>
              <a:buNone/>
            </a:pPr>
            <a:r>
              <a:rPr lang="en-US" sz="1200" b="1"/>
              <a:t>Retrieval-Augmented Generation</a:t>
            </a:r>
          </a:p>
          <a:p>
            <a:pPr marL="0" lvl="1" indent="0">
              <a:lnSpc>
                <a:spcPct val="90000"/>
              </a:lnSpc>
              <a:spcBef>
                <a:spcPts val="1000"/>
              </a:spcBef>
              <a:spcAft>
                <a:spcPts val="600"/>
              </a:spcAft>
              <a:buNone/>
            </a:pPr>
            <a:r>
              <a:rPr lang="en-US" sz="1200"/>
              <a:t>RAG architecture retrieves accurate document content before generating fact-based answers for users.</a:t>
            </a:r>
          </a:p>
          <a:p>
            <a:pPr marL="0" indent="0">
              <a:lnSpc>
                <a:spcPct val="90000"/>
              </a:lnSpc>
              <a:spcBef>
                <a:spcPts val="2500"/>
              </a:spcBef>
              <a:spcAft>
                <a:spcPts val="600"/>
              </a:spcAft>
              <a:buNone/>
            </a:pPr>
            <a:r>
              <a:rPr lang="en-US" sz="1200" b="1"/>
              <a:t>Modular and Extensible Platform</a:t>
            </a:r>
          </a:p>
          <a:p>
            <a:pPr marL="0" lvl="1" indent="0">
              <a:lnSpc>
                <a:spcPct val="90000"/>
              </a:lnSpc>
              <a:spcBef>
                <a:spcPts val="1000"/>
              </a:spcBef>
              <a:spcAft>
                <a:spcPts val="600"/>
              </a:spcAft>
              <a:buNone/>
            </a:pPr>
            <a:r>
              <a:rPr lang="en-US" sz="1200"/>
              <a:t>PU Buddy uses Python, Streamlit, LangChain, FAISS, and Hugging Face embeddings for flexible development.</a:t>
            </a:r>
          </a:p>
          <a:p>
            <a:pPr marL="0" indent="0">
              <a:lnSpc>
                <a:spcPct val="90000"/>
              </a:lnSpc>
              <a:spcBef>
                <a:spcPts val="2500"/>
              </a:spcBef>
              <a:spcAft>
                <a:spcPts val="600"/>
              </a:spcAft>
              <a:buNone/>
            </a:pPr>
            <a:r>
              <a:rPr lang="en-US" sz="1200" b="1"/>
              <a:t>User-Friendly Web Interface</a:t>
            </a:r>
          </a:p>
          <a:p>
            <a:pPr marL="0" lvl="1" indent="0">
              <a:lnSpc>
                <a:spcPct val="90000"/>
              </a:lnSpc>
              <a:spcBef>
                <a:spcPts val="1000"/>
              </a:spcBef>
              <a:spcAft>
                <a:spcPts val="600"/>
              </a:spcAft>
              <a:buNone/>
            </a:pPr>
            <a:r>
              <a:rPr lang="en-US" sz="1200"/>
              <a:t>Users can ask questions, upload documents, and update search indexes via an intuitive web interface.</a:t>
            </a:r>
          </a:p>
        </p:txBody>
      </p:sp>
      <p:pic>
        <p:nvPicPr>
          <p:cNvPr id="4" name="Content Placeholder 3" descr="biometrics security by fingerprint">
            <a:extLst>
              <a:ext uri="{FF2B5EF4-FFF2-40B4-BE49-F238E27FC236}">
                <a16:creationId xmlns:a16="http://schemas.microsoft.com/office/drawing/2014/main" id="{C803B5E5-5A1A-4562-8C9A-29DB6D5953AD}"/>
              </a:ext>
            </a:extLst>
          </p:cNvPr>
          <p:cNvPicPr>
            <a:picLocks noGrp="1" noChangeAspect="1"/>
          </p:cNvPicPr>
          <p:nvPr>
            <p:ph type="pic" sz="quarter" idx="13"/>
          </p:nvPr>
        </p:nvPicPr>
        <p:blipFill>
          <a:blip r:embed="rId3"/>
          <a:srcRect l="37868" r="18132"/>
          <a:stretch>
            <a:fillRect/>
          </a:stretch>
        </p:blipFill>
        <p:spPr>
          <a:xfrm>
            <a:off x="8168640" y="1"/>
            <a:ext cx="4023360" cy="6858000"/>
          </a:xfrm>
        </p:spPr>
      </p:pic>
    </p:spTree>
    <p:extLst>
      <p:ext uri="{BB962C8B-B14F-4D97-AF65-F5344CB8AC3E}">
        <p14:creationId xmlns:p14="http://schemas.microsoft.com/office/powerpoint/2010/main" val="186717209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8D98FB3-3461-9C74-7F56-8AB5BFAC0E93}"/>
              </a:ext>
            </a:extLst>
          </p:cNvPr>
          <p:cNvSpPr>
            <a:spLocks noGrp="1"/>
          </p:cNvSpPr>
          <p:nvPr>
            <p:ph type="title"/>
          </p:nvPr>
        </p:nvSpPr>
        <p:spPr>
          <a:xfrm>
            <a:off x="-18288" y="2184032"/>
            <a:ext cx="8074152" cy="4718304"/>
          </a:xfrm>
        </p:spPr>
        <p:txBody>
          <a:bodyPr anchor="b">
            <a:normAutofit/>
          </a:bodyPr>
          <a:lstStyle/>
          <a:p>
            <a:r>
              <a:rPr lang="en-US"/>
              <a:t>Introduction</a:t>
            </a:r>
          </a:p>
        </p:txBody>
      </p:sp>
    </p:spTree>
    <p:extLst>
      <p:ext uri="{BB962C8B-B14F-4D97-AF65-F5344CB8AC3E}">
        <p14:creationId xmlns:p14="http://schemas.microsoft.com/office/powerpoint/2010/main" val="143423125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7B009A-0F1E-2A23-79D5-5B8891237BD8}"/>
              </a:ext>
            </a:extLst>
          </p:cNvPr>
          <p:cNvSpPr>
            <a:spLocks noGrp="1"/>
          </p:cNvSpPr>
          <p:nvPr>
            <p:ph type="title"/>
          </p:nvPr>
        </p:nvSpPr>
        <p:spPr>
          <a:xfrm>
            <a:off x="512064" y="631710"/>
            <a:ext cx="11032239" cy="1115203"/>
          </a:xfrm>
        </p:spPr>
        <p:txBody>
          <a:bodyPr vert="horz" lIns="91440" tIns="45720" rIns="91440" bIns="45720" rtlCol="0" anchor="t">
            <a:normAutofit/>
          </a:bodyPr>
          <a:lstStyle/>
          <a:p>
            <a:r>
              <a:rPr lang="en-US" b="0" i="0" kern="1200" spc="-200" baseline="0">
                <a:latin typeface="+mj-lt"/>
                <a:ea typeface="+mj-ea"/>
                <a:cs typeface="+mj-cs"/>
              </a:rPr>
              <a:t>System Purpose</a:t>
            </a:r>
          </a:p>
        </p:txBody>
      </p:sp>
      <p:pic>
        <p:nvPicPr>
          <p:cNvPr id="4" name="Content Placeholder 3" descr="Social media and people 4K">
            <a:extLst>
              <a:ext uri="{FF2B5EF4-FFF2-40B4-BE49-F238E27FC236}">
                <a16:creationId xmlns:a16="http://schemas.microsoft.com/office/drawing/2014/main" id="{694D1FB4-94A9-4C78-9D2E-96CEF5EAB459}"/>
              </a:ext>
            </a:extLst>
          </p:cNvPr>
          <p:cNvPicPr>
            <a:picLocks noGrp="1" noChangeAspect="1"/>
          </p:cNvPicPr>
          <p:nvPr>
            <p:ph type="pic" sz="quarter" idx="18"/>
          </p:nvPr>
        </p:nvPicPr>
        <p:blipFill>
          <a:blip r:embed="rId3"/>
          <a:stretch/>
        </p:blipFill>
        <p:spPr>
          <a:xfrm>
            <a:off x="109181" y="2823623"/>
            <a:ext cx="5786651" cy="3254991"/>
          </a:xfrm>
        </p:spPr>
      </p:pic>
      <p:sp>
        <p:nvSpPr>
          <p:cNvPr id="5" name="TextBox 4">
            <a:extLst>
              <a:ext uri="{FF2B5EF4-FFF2-40B4-BE49-F238E27FC236}">
                <a16:creationId xmlns:a16="http://schemas.microsoft.com/office/drawing/2014/main" id="{89CD70AD-CED4-4BB4-86AF-4F6336716481}"/>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90488" y="2115403"/>
            <a:ext cx="5353815" cy="4110888"/>
          </a:xfrm>
          <a:prstGeom prst="rect">
            <a:avLst/>
          </a:prstGeom>
        </p:spPr>
        <p:txBody>
          <a:bodyPr>
            <a:normAutofit/>
          </a:bodyPr>
          <a:lstStyle/>
          <a:p>
            <a:pPr marL="0" indent="0">
              <a:lnSpc>
                <a:spcPct val="90000"/>
              </a:lnSpc>
              <a:spcBef>
                <a:spcPts val="2500"/>
              </a:spcBef>
              <a:spcAft>
                <a:spcPts val="600"/>
              </a:spcAft>
              <a:buNone/>
            </a:pPr>
            <a:r>
              <a:rPr lang="en-US" sz="1200" b="1"/>
              <a:t>Enhancing Information Accessibility</a:t>
            </a:r>
          </a:p>
          <a:p>
            <a:pPr marL="0" lvl="1" indent="0">
              <a:lnSpc>
                <a:spcPct val="90000"/>
              </a:lnSpc>
              <a:spcBef>
                <a:spcPts val="1000"/>
              </a:spcBef>
              <a:spcAft>
                <a:spcPts val="600"/>
              </a:spcAft>
              <a:buNone/>
            </a:pPr>
            <a:r>
              <a:rPr lang="en-US" sz="1200"/>
              <a:t>PU Buddy uses RAG workflow to provide accurate, contextual university information to students and staff.</a:t>
            </a:r>
          </a:p>
          <a:p>
            <a:pPr marL="0" indent="0">
              <a:lnSpc>
                <a:spcPct val="90000"/>
              </a:lnSpc>
              <a:spcBef>
                <a:spcPts val="2500"/>
              </a:spcBef>
              <a:spcAft>
                <a:spcPts val="600"/>
              </a:spcAft>
              <a:buNone/>
            </a:pPr>
            <a:r>
              <a:rPr lang="en-US" sz="1200" b="1"/>
              <a:t>Reducing Administrative Workload</a:t>
            </a:r>
          </a:p>
          <a:p>
            <a:pPr marL="0" lvl="1" indent="0">
              <a:lnSpc>
                <a:spcPct val="90000"/>
              </a:lnSpc>
              <a:spcBef>
                <a:spcPts val="1000"/>
              </a:spcBef>
              <a:spcAft>
                <a:spcPts val="600"/>
              </a:spcAft>
              <a:buNone/>
            </a:pPr>
            <a:r>
              <a:rPr lang="en-US" sz="1200"/>
              <a:t>Automating repetitive query handling reduces delays and eases workload on university administrative staff.</a:t>
            </a:r>
          </a:p>
          <a:p>
            <a:pPr marL="0" indent="0">
              <a:lnSpc>
                <a:spcPct val="90000"/>
              </a:lnSpc>
              <a:spcBef>
                <a:spcPts val="2500"/>
              </a:spcBef>
              <a:spcAft>
                <a:spcPts val="600"/>
              </a:spcAft>
              <a:buNone/>
            </a:pPr>
            <a:r>
              <a:rPr lang="en-US" sz="1200" b="1"/>
              <a:t>Data Sovereignty and Open Source</a:t>
            </a:r>
          </a:p>
          <a:p>
            <a:pPr marL="0" lvl="1" indent="0">
              <a:lnSpc>
                <a:spcPct val="90000"/>
              </a:lnSpc>
              <a:spcBef>
                <a:spcPts val="1000"/>
              </a:spcBef>
              <a:spcAft>
                <a:spcPts val="600"/>
              </a:spcAft>
              <a:buNone/>
            </a:pPr>
            <a:r>
              <a:rPr lang="en-US" sz="1200"/>
              <a:t>Open-source design allows deployment without external data transfer, preserving privacy and compliance.</a:t>
            </a:r>
          </a:p>
          <a:p>
            <a:pPr marL="0" indent="0">
              <a:lnSpc>
                <a:spcPct val="90000"/>
              </a:lnSpc>
              <a:spcBef>
                <a:spcPts val="2500"/>
              </a:spcBef>
              <a:spcAft>
                <a:spcPts val="600"/>
              </a:spcAft>
              <a:buNone/>
            </a:pPr>
            <a:r>
              <a:rPr lang="en-US" sz="1200" b="1"/>
              <a:t>Extensible and Future-ready</a:t>
            </a:r>
          </a:p>
          <a:p>
            <a:pPr marL="0" lvl="1" indent="0">
              <a:lnSpc>
                <a:spcPct val="90000"/>
              </a:lnSpc>
              <a:spcBef>
                <a:spcPts val="1000"/>
              </a:spcBef>
              <a:spcAft>
                <a:spcPts val="600"/>
              </a:spcAft>
              <a:buNone/>
            </a:pPr>
            <a:r>
              <a:rPr lang="en-US" sz="1200"/>
              <a:t>Designed for future enhancements like voice commands, ERP integration, and multilingual support.</a:t>
            </a:r>
          </a:p>
        </p:txBody>
      </p:sp>
    </p:spTree>
    <p:extLst>
      <p:ext uri="{BB962C8B-B14F-4D97-AF65-F5344CB8AC3E}">
        <p14:creationId xmlns:p14="http://schemas.microsoft.com/office/powerpoint/2010/main" val="222355852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0B3A399-9941-BBFA-D1A1-8CCAEFA6A787}"/>
              </a:ext>
            </a:extLst>
          </p:cNvPr>
          <p:cNvSpPr>
            <a:spLocks noGrp="1"/>
          </p:cNvSpPr>
          <p:nvPr>
            <p:ph type="title"/>
          </p:nvPr>
        </p:nvSpPr>
        <p:spPr>
          <a:xfrm>
            <a:off x="0" y="2139696"/>
            <a:ext cx="8071011" cy="4718304"/>
          </a:xfrm>
        </p:spPr>
        <p:txBody>
          <a:bodyPr anchor="b">
            <a:normAutofit/>
          </a:bodyPr>
          <a:lstStyle/>
          <a:p>
            <a:r>
              <a:rPr lang="en-US"/>
              <a:t>Problem Statement</a:t>
            </a:r>
          </a:p>
        </p:txBody>
      </p:sp>
    </p:spTree>
    <p:extLst>
      <p:ext uri="{BB962C8B-B14F-4D97-AF65-F5344CB8AC3E}">
        <p14:creationId xmlns:p14="http://schemas.microsoft.com/office/powerpoint/2010/main" val="111792515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F5CA9B-9AAF-9476-0E00-60429DAA2E01}"/>
              </a:ext>
            </a:extLst>
          </p:cNvPr>
          <p:cNvSpPr>
            <a:spLocks noGrp="1"/>
          </p:cNvSpPr>
          <p:nvPr>
            <p:ph type="title"/>
          </p:nvPr>
        </p:nvSpPr>
        <p:spPr>
          <a:xfrm>
            <a:off x="4281793" y="621792"/>
            <a:ext cx="7252710" cy="1138769"/>
          </a:xfrm>
        </p:spPr>
        <p:txBody>
          <a:bodyPr vert="horz" lIns="91440" tIns="45720" rIns="91440" bIns="45720" rtlCol="0" anchor="t">
            <a:normAutofit/>
          </a:bodyPr>
          <a:lstStyle/>
          <a:p>
            <a:r>
              <a:rPr lang="en-US" sz="3900" b="0" i="0" kern="1200" spc="-200" baseline="0">
                <a:latin typeface="+mj-lt"/>
                <a:ea typeface="+mj-ea"/>
                <a:cs typeface="+mj-cs"/>
              </a:rPr>
              <a:t>Challenges in University Information Handling</a:t>
            </a:r>
          </a:p>
        </p:txBody>
      </p:sp>
      <p:pic>
        <p:nvPicPr>
          <p:cNvPr id="4" name="Content Placeholder 3" descr="Armijska Ratna Komanda D-0 nicknamed Titos bunker is a Cold War era nuclear bunker and military command center located near the town of Konjic in Bosnia and Herzegovina">
            <a:extLst>
              <a:ext uri="{FF2B5EF4-FFF2-40B4-BE49-F238E27FC236}">
                <a16:creationId xmlns:a16="http://schemas.microsoft.com/office/drawing/2014/main" id="{8B8FD0C1-707D-455E-A813-A9D9AAE9611A}"/>
              </a:ext>
            </a:extLst>
          </p:cNvPr>
          <p:cNvPicPr>
            <a:picLocks noGrp="1" noChangeAspect="1"/>
          </p:cNvPicPr>
          <p:nvPr>
            <p:ph type="pic" sz="quarter" idx="13"/>
          </p:nvPr>
        </p:nvPicPr>
        <p:blipFill>
          <a:blip r:embed="rId3"/>
          <a:srcRect l="24274" r="31726"/>
          <a:stretch>
            <a:fillRect/>
          </a:stretch>
        </p:blipFill>
        <p:spPr>
          <a:xfrm>
            <a:off x="20" y="1"/>
            <a:ext cx="4023340" cy="6858000"/>
          </a:xfrm>
        </p:spPr>
      </p:pic>
      <p:sp>
        <p:nvSpPr>
          <p:cNvPr id="5" name="TextBox 4">
            <a:extLst>
              <a:ext uri="{FF2B5EF4-FFF2-40B4-BE49-F238E27FC236}">
                <a16:creationId xmlns:a16="http://schemas.microsoft.com/office/drawing/2014/main" id="{C42B3FF3-5D29-4488-9CA8-16C4413BDE25}"/>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309088" y="2115404"/>
            <a:ext cx="7225415" cy="4212926"/>
          </a:xfrm>
          <a:prstGeom prst="rect">
            <a:avLst/>
          </a:prstGeom>
        </p:spPr>
        <p:txBody>
          <a:bodyPr>
            <a:normAutofit/>
          </a:bodyPr>
          <a:lstStyle/>
          <a:p>
            <a:pPr marL="0" indent="0">
              <a:lnSpc>
                <a:spcPct val="90000"/>
              </a:lnSpc>
              <a:spcBef>
                <a:spcPts val="2500"/>
              </a:spcBef>
              <a:spcAft>
                <a:spcPts val="600"/>
              </a:spcAft>
              <a:buNone/>
            </a:pPr>
            <a:r>
              <a:rPr lang="en-US" sz="1200" b="1"/>
              <a:t>Manual Process Bottlenecks</a:t>
            </a:r>
          </a:p>
          <a:p>
            <a:pPr marL="0" lvl="1" indent="0">
              <a:lnSpc>
                <a:spcPct val="90000"/>
              </a:lnSpc>
              <a:spcBef>
                <a:spcPts val="1000"/>
              </a:spcBef>
              <a:spcAft>
                <a:spcPts val="600"/>
              </a:spcAft>
              <a:buNone/>
            </a:pPr>
            <a:r>
              <a:rPr lang="en-US" sz="1200"/>
              <a:t>Manual helpdesks and outdated portals cause bottlenecks with repetitive queries that waste staff time and resources.</a:t>
            </a:r>
          </a:p>
          <a:p>
            <a:pPr marL="0" indent="0">
              <a:lnSpc>
                <a:spcPct val="90000"/>
              </a:lnSpc>
              <a:spcBef>
                <a:spcPts val="2500"/>
              </a:spcBef>
              <a:spcAft>
                <a:spcPts val="600"/>
              </a:spcAft>
              <a:buNone/>
            </a:pPr>
            <a:r>
              <a:rPr lang="en-US" sz="1200" b="1"/>
              <a:t>Inconsistent Information Access</a:t>
            </a:r>
          </a:p>
          <a:p>
            <a:pPr marL="0" lvl="1" indent="0">
              <a:lnSpc>
                <a:spcPct val="90000"/>
              </a:lnSpc>
              <a:spcBef>
                <a:spcPts val="1000"/>
              </a:spcBef>
              <a:spcAft>
                <a:spcPts val="600"/>
              </a:spcAft>
              <a:buNone/>
            </a:pPr>
            <a:r>
              <a:rPr lang="en-US" sz="1200"/>
              <a:t>Scattered documents and inconsistent messaging lead to student delays, confusion, and miscommunication across departments.</a:t>
            </a:r>
          </a:p>
          <a:p>
            <a:pPr marL="0" indent="0">
              <a:lnSpc>
                <a:spcPct val="90000"/>
              </a:lnSpc>
              <a:spcBef>
                <a:spcPts val="2500"/>
              </a:spcBef>
              <a:spcAft>
                <a:spcPts val="600"/>
              </a:spcAft>
              <a:buNone/>
            </a:pPr>
            <a:r>
              <a:rPr lang="en-US" sz="1200" b="1"/>
              <a:t>Inefficient Faculty Resource Retrieval</a:t>
            </a:r>
          </a:p>
          <a:p>
            <a:pPr marL="0" lvl="1" indent="0">
              <a:lnSpc>
                <a:spcPct val="90000"/>
              </a:lnSpc>
              <a:spcBef>
                <a:spcPts val="1000"/>
              </a:spcBef>
              <a:spcAft>
                <a:spcPts val="600"/>
              </a:spcAft>
              <a:buNone/>
            </a:pPr>
            <a:r>
              <a:rPr lang="en-US" sz="1200"/>
              <a:t>Faculty struggle to quickly access teaching schedules, research guidelines, and ethics documents due to inefficient systems.</a:t>
            </a:r>
          </a:p>
          <a:p>
            <a:pPr marL="0" indent="0">
              <a:lnSpc>
                <a:spcPct val="90000"/>
              </a:lnSpc>
              <a:spcBef>
                <a:spcPts val="2500"/>
              </a:spcBef>
              <a:spcAft>
                <a:spcPts val="600"/>
              </a:spcAft>
              <a:buNone/>
            </a:pPr>
            <a:r>
              <a:rPr lang="en-US" sz="1200" b="1"/>
              <a:t>Need for AI-Driven Solutions</a:t>
            </a:r>
          </a:p>
          <a:p>
            <a:pPr marL="0" lvl="1" indent="0">
              <a:lnSpc>
                <a:spcPct val="90000"/>
              </a:lnSpc>
              <a:spcBef>
                <a:spcPts val="1000"/>
              </a:spcBef>
              <a:spcAft>
                <a:spcPts val="600"/>
              </a:spcAft>
              <a:buNone/>
            </a:pPr>
            <a:r>
              <a:rPr lang="en-US" sz="1200"/>
              <a:t>Centralized AI-powered tools like PU Buddy enable real-time natural language queries and efficient document retrieval.</a:t>
            </a:r>
          </a:p>
        </p:txBody>
      </p:sp>
    </p:spTree>
    <p:extLst>
      <p:ext uri="{BB962C8B-B14F-4D97-AF65-F5344CB8AC3E}">
        <p14:creationId xmlns:p14="http://schemas.microsoft.com/office/powerpoint/2010/main" val="148098335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869795D-EF5E-7CBC-8275-B890D2D20A55}"/>
              </a:ext>
            </a:extLst>
          </p:cNvPr>
          <p:cNvSpPr>
            <a:spLocks noGrp="1"/>
          </p:cNvSpPr>
          <p:nvPr>
            <p:ph type="title"/>
          </p:nvPr>
        </p:nvSpPr>
        <p:spPr>
          <a:xfrm>
            <a:off x="0" y="2139696"/>
            <a:ext cx="8071011" cy="4718304"/>
          </a:xfrm>
        </p:spPr>
        <p:txBody>
          <a:bodyPr anchor="b">
            <a:normAutofit/>
          </a:bodyPr>
          <a:lstStyle/>
          <a:p>
            <a:r>
              <a:rPr lang="en-US"/>
              <a:t>Solution Overview</a:t>
            </a:r>
          </a:p>
        </p:txBody>
      </p:sp>
    </p:spTree>
    <p:extLst>
      <p:ext uri="{BB962C8B-B14F-4D97-AF65-F5344CB8AC3E}">
        <p14:creationId xmlns:p14="http://schemas.microsoft.com/office/powerpoint/2010/main" val="323748446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7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4AC29A-88D1-8571-8120-1D6CC7FD91DF}"/>
              </a:ext>
            </a:extLst>
          </p:cNvPr>
          <p:cNvSpPr>
            <a:spLocks noGrp="1"/>
          </p:cNvSpPr>
          <p:nvPr>
            <p:ph type="title"/>
          </p:nvPr>
        </p:nvSpPr>
        <p:spPr>
          <a:xfrm>
            <a:off x="4281793" y="621792"/>
            <a:ext cx="7252710" cy="1138769"/>
          </a:xfrm>
        </p:spPr>
        <p:txBody>
          <a:bodyPr vert="horz" lIns="91440" tIns="45720" rIns="91440" bIns="45720" rtlCol="0" anchor="t">
            <a:normAutofit/>
          </a:bodyPr>
          <a:lstStyle/>
          <a:p>
            <a:r>
              <a:rPr lang="en-US" sz="3900" b="0" i="0" kern="1200" spc="-200" baseline="0">
                <a:latin typeface="+mj-lt"/>
                <a:ea typeface="+mj-ea"/>
                <a:cs typeface="+mj-cs"/>
              </a:rPr>
              <a:t>RAG-Based Intelligent Assistant</a:t>
            </a:r>
          </a:p>
        </p:txBody>
      </p:sp>
      <p:pic>
        <p:nvPicPr>
          <p:cNvPr id="4" name="Content Placeholder 3" descr="Digital concept which shows abstract network and concept of security optimization and internet technology  ">
            <a:extLst>
              <a:ext uri="{FF2B5EF4-FFF2-40B4-BE49-F238E27FC236}">
                <a16:creationId xmlns:a16="http://schemas.microsoft.com/office/drawing/2014/main" id="{2303DA97-A5CB-46EE-A007-017E8AA9A2C3}"/>
              </a:ext>
            </a:extLst>
          </p:cNvPr>
          <p:cNvPicPr>
            <a:picLocks noGrp="1" noChangeAspect="1"/>
          </p:cNvPicPr>
          <p:nvPr>
            <p:ph type="pic" sz="quarter" idx="13"/>
          </p:nvPr>
        </p:nvPicPr>
        <p:blipFill>
          <a:blip r:embed="rId3"/>
          <a:srcRect l="28538" r="33329"/>
          <a:stretch>
            <a:fillRect/>
          </a:stretch>
        </p:blipFill>
        <p:spPr>
          <a:xfrm>
            <a:off x="20" y="1"/>
            <a:ext cx="4023340" cy="6858000"/>
          </a:xfrm>
        </p:spPr>
      </p:pic>
      <p:sp>
        <p:nvSpPr>
          <p:cNvPr id="5" name="TextBox 4">
            <a:extLst>
              <a:ext uri="{FF2B5EF4-FFF2-40B4-BE49-F238E27FC236}">
                <a16:creationId xmlns:a16="http://schemas.microsoft.com/office/drawing/2014/main" id="{714EC7E4-6FCA-4150-8993-72BE18A3F3AE}"/>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309088" y="2115404"/>
            <a:ext cx="7225415" cy="4212926"/>
          </a:xfrm>
          <a:prstGeom prst="rect">
            <a:avLst/>
          </a:prstGeom>
        </p:spPr>
        <p:txBody>
          <a:bodyPr>
            <a:normAutofit/>
          </a:bodyPr>
          <a:lstStyle/>
          <a:p>
            <a:pPr marL="0" indent="0">
              <a:lnSpc>
                <a:spcPct val="90000"/>
              </a:lnSpc>
              <a:spcBef>
                <a:spcPts val="2500"/>
              </a:spcBef>
              <a:spcAft>
                <a:spcPts val="600"/>
              </a:spcAft>
              <a:buNone/>
            </a:pPr>
            <a:r>
              <a:rPr lang="en-US" sz="1200" b="1"/>
              <a:t>Retrieval-Augmented Generation</a:t>
            </a:r>
          </a:p>
          <a:p>
            <a:pPr marL="0" lvl="1" indent="0">
              <a:lnSpc>
                <a:spcPct val="90000"/>
              </a:lnSpc>
              <a:spcBef>
                <a:spcPts val="1000"/>
              </a:spcBef>
              <a:spcAft>
                <a:spcPts val="600"/>
              </a:spcAft>
              <a:buNone/>
            </a:pPr>
            <a:r>
              <a:rPr lang="en-US" sz="1200"/>
              <a:t>The system combines semantic retrieval with local language model generation to produce accurate, context-driven responses.</a:t>
            </a:r>
          </a:p>
          <a:p>
            <a:pPr marL="0" indent="0">
              <a:lnSpc>
                <a:spcPct val="90000"/>
              </a:lnSpc>
              <a:spcBef>
                <a:spcPts val="2500"/>
              </a:spcBef>
              <a:spcAft>
                <a:spcPts val="600"/>
              </a:spcAft>
              <a:buNone/>
            </a:pPr>
            <a:r>
              <a:rPr lang="en-US" sz="1200" b="1"/>
              <a:t>Offline Operation and Privacy</a:t>
            </a:r>
          </a:p>
          <a:p>
            <a:pPr marL="0" lvl="1" indent="0">
              <a:lnSpc>
                <a:spcPct val="90000"/>
              </a:lnSpc>
              <a:spcBef>
                <a:spcPts val="1000"/>
              </a:spcBef>
              <a:spcAft>
                <a:spcPts val="600"/>
              </a:spcAft>
              <a:buNone/>
            </a:pPr>
            <a:r>
              <a:rPr lang="en-US" sz="1200"/>
              <a:t>PU Buddy operates fully offline ensuring data privacy and cost-free usage, unlike cloud-hosted chatbots.</a:t>
            </a:r>
          </a:p>
          <a:p>
            <a:pPr marL="0" indent="0">
              <a:lnSpc>
                <a:spcPct val="90000"/>
              </a:lnSpc>
              <a:spcBef>
                <a:spcPts val="2500"/>
              </a:spcBef>
              <a:spcAft>
                <a:spcPts val="600"/>
              </a:spcAft>
              <a:buNone/>
            </a:pPr>
            <a:r>
              <a:rPr lang="en-US" sz="1200" b="1"/>
              <a:t>Dynamic User Interface</a:t>
            </a:r>
          </a:p>
          <a:p>
            <a:pPr marL="0" lvl="1" indent="0">
              <a:lnSpc>
                <a:spcPct val="90000"/>
              </a:lnSpc>
              <a:spcBef>
                <a:spcPts val="1000"/>
              </a:spcBef>
              <a:spcAft>
                <a:spcPts val="600"/>
              </a:spcAft>
              <a:buNone/>
            </a:pPr>
            <a:r>
              <a:rPr lang="en-US" sz="1200"/>
              <a:t>Streamlit interface allows users to ask questions, upload documents, and rebuild indexes with ease.</a:t>
            </a:r>
          </a:p>
          <a:p>
            <a:pPr marL="0" indent="0">
              <a:lnSpc>
                <a:spcPct val="90000"/>
              </a:lnSpc>
              <a:spcBef>
                <a:spcPts val="2500"/>
              </a:spcBef>
              <a:spcAft>
                <a:spcPts val="600"/>
              </a:spcAft>
              <a:buNone/>
            </a:pPr>
            <a:r>
              <a:rPr lang="en-US" sz="1200" b="1"/>
              <a:t>Modular and Adaptable Design</a:t>
            </a:r>
          </a:p>
          <a:p>
            <a:pPr marL="0" lvl="1" indent="0">
              <a:lnSpc>
                <a:spcPct val="90000"/>
              </a:lnSpc>
              <a:spcBef>
                <a:spcPts val="1000"/>
              </a:spcBef>
              <a:spcAft>
                <a:spcPts val="600"/>
              </a:spcAft>
              <a:buNone/>
            </a:pPr>
            <a:r>
              <a:rPr lang="en-US" sz="1200"/>
              <a:t>The assistant supports integration with voice, mobile apps, ERP connectors, and multilingual features for long-term value.</a:t>
            </a:r>
          </a:p>
        </p:txBody>
      </p:sp>
    </p:spTree>
    <p:extLst>
      <p:ext uri="{BB962C8B-B14F-4D97-AF65-F5344CB8AC3E}">
        <p14:creationId xmlns:p14="http://schemas.microsoft.com/office/powerpoint/2010/main" val="97632800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C6C2115-5D51-5157-D8FF-038057FD8E11}"/>
              </a:ext>
            </a:extLst>
          </p:cNvPr>
          <p:cNvSpPr>
            <a:spLocks noGrp="1"/>
          </p:cNvSpPr>
          <p:nvPr>
            <p:ph type="title"/>
          </p:nvPr>
        </p:nvSpPr>
        <p:spPr>
          <a:xfrm>
            <a:off x="-18288" y="2184032"/>
            <a:ext cx="8074152" cy="4718304"/>
          </a:xfrm>
        </p:spPr>
        <p:txBody>
          <a:bodyPr anchor="b">
            <a:normAutofit/>
          </a:bodyPr>
          <a:lstStyle/>
          <a:p>
            <a:r>
              <a:rPr lang="en-US"/>
              <a:t>Architecture</a:t>
            </a:r>
          </a:p>
        </p:txBody>
      </p:sp>
    </p:spTree>
    <p:extLst>
      <p:ext uri="{BB962C8B-B14F-4D97-AF65-F5344CB8AC3E}">
        <p14:creationId xmlns:p14="http://schemas.microsoft.com/office/powerpoint/2010/main" val="318620071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59F33B-9115-8CEB-5B87-AF1D51DDCC19}"/>
              </a:ext>
            </a:extLst>
          </p:cNvPr>
          <p:cNvSpPr>
            <a:spLocks noGrp="1"/>
          </p:cNvSpPr>
          <p:nvPr>
            <p:ph type="title"/>
          </p:nvPr>
        </p:nvSpPr>
        <p:spPr>
          <a:xfrm>
            <a:off x="4281793" y="621792"/>
            <a:ext cx="7252710" cy="1138769"/>
          </a:xfrm>
        </p:spPr>
        <p:txBody>
          <a:bodyPr vert="horz" lIns="91440" tIns="45720" rIns="91440" bIns="45720" rtlCol="0" anchor="t">
            <a:normAutofit/>
          </a:bodyPr>
          <a:lstStyle/>
          <a:p>
            <a:r>
              <a:rPr lang="en-US" sz="4300" b="0" i="0" kern="1200" spc="-200" baseline="0">
                <a:latin typeface="+mj-lt"/>
                <a:ea typeface="+mj-ea"/>
                <a:cs typeface="+mj-cs"/>
              </a:rPr>
              <a:t>System Flow &amp; Data Pipeline</a:t>
            </a:r>
          </a:p>
        </p:txBody>
      </p:sp>
      <p:pic>
        <p:nvPicPr>
          <p:cNvPr id="4" name="Content Placeholder 3" descr="Red Communication bubbles with copy space are connected each other with black arrows. This image shows the social media, and online communication between people.">
            <a:extLst>
              <a:ext uri="{FF2B5EF4-FFF2-40B4-BE49-F238E27FC236}">
                <a16:creationId xmlns:a16="http://schemas.microsoft.com/office/drawing/2014/main" id="{C01372F5-017C-4FE5-9571-EE3EDDF5BD37}"/>
              </a:ext>
            </a:extLst>
          </p:cNvPr>
          <p:cNvPicPr>
            <a:picLocks noGrp="1" noChangeAspect="1"/>
          </p:cNvPicPr>
          <p:nvPr>
            <p:ph type="pic" sz="quarter" idx="13"/>
          </p:nvPr>
        </p:nvPicPr>
        <p:blipFill>
          <a:blip r:embed="rId3"/>
          <a:srcRect l="23532" r="37308" b="-2"/>
          <a:stretch>
            <a:fillRect/>
          </a:stretch>
        </p:blipFill>
        <p:spPr>
          <a:xfrm>
            <a:off x="20" y="1"/>
            <a:ext cx="4023340" cy="6858000"/>
          </a:xfrm>
        </p:spPr>
      </p:pic>
      <p:sp>
        <p:nvSpPr>
          <p:cNvPr id="5" name="TextBox 4">
            <a:extLst>
              <a:ext uri="{FF2B5EF4-FFF2-40B4-BE49-F238E27FC236}">
                <a16:creationId xmlns:a16="http://schemas.microsoft.com/office/drawing/2014/main" id="{32B341C0-C04C-4183-851B-EB559250DC8A}"/>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309088" y="2115404"/>
            <a:ext cx="7225415" cy="4212926"/>
          </a:xfrm>
          <a:prstGeom prst="rect">
            <a:avLst/>
          </a:prstGeom>
        </p:spPr>
        <p:txBody>
          <a:bodyPr>
            <a:normAutofit/>
          </a:bodyPr>
          <a:lstStyle/>
          <a:p>
            <a:pPr marL="0" indent="0">
              <a:lnSpc>
                <a:spcPct val="90000"/>
              </a:lnSpc>
              <a:spcBef>
                <a:spcPts val="2500"/>
              </a:spcBef>
              <a:spcAft>
                <a:spcPts val="600"/>
              </a:spcAft>
              <a:buNone/>
            </a:pPr>
            <a:r>
              <a:rPr lang="en-US" sz="1200" b="1"/>
              <a:t>Query Submission and Embeddings</a:t>
            </a:r>
          </a:p>
          <a:p>
            <a:pPr marL="0" lvl="1" indent="0">
              <a:lnSpc>
                <a:spcPct val="90000"/>
              </a:lnSpc>
              <a:spcBef>
                <a:spcPts val="1000"/>
              </a:spcBef>
              <a:spcAft>
                <a:spcPts val="600"/>
              </a:spcAft>
              <a:buNone/>
            </a:pPr>
            <a:r>
              <a:rPr lang="en-US" sz="1200"/>
              <a:t>User queries are submitted via Streamlit and transformed into numerical vectors using sentence-transformer embeddings.</a:t>
            </a:r>
          </a:p>
          <a:p>
            <a:pPr marL="0" indent="0">
              <a:lnSpc>
                <a:spcPct val="90000"/>
              </a:lnSpc>
              <a:spcBef>
                <a:spcPts val="2500"/>
              </a:spcBef>
              <a:spcAft>
                <a:spcPts val="600"/>
              </a:spcAft>
              <a:buNone/>
            </a:pPr>
            <a:r>
              <a:rPr lang="en-US" sz="1200" b="1"/>
              <a:t>Vector Storage and Retrieval</a:t>
            </a:r>
          </a:p>
          <a:p>
            <a:pPr marL="0" lvl="1" indent="0">
              <a:lnSpc>
                <a:spcPct val="90000"/>
              </a:lnSpc>
              <a:spcBef>
                <a:spcPts val="1000"/>
              </a:spcBef>
              <a:spcAft>
                <a:spcPts val="600"/>
              </a:spcAft>
              <a:buNone/>
            </a:pPr>
            <a:r>
              <a:rPr lang="en-US" sz="1200"/>
              <a:t>FAISS stores vectors and performs fast nearest-neighbor retrieval to find relevant document chunks efficiently.</a:t>
            </a:r>
          </a:p>
          <a:p>
            <a:pPr marL="0" indent="0">
              <a:lnSpc>
                <a:spcPct val="90000"/>
              </a:lnSpc>
              <a:spcBef>
                <a:spcPts val="2500"/>
              </a:spcBef>
              <a:spcAft>
                <a:spcPts val="600"/>
              </a:spcAft>
              <a:buNone/>
            </a:pPr>
            <a:r>
              <a:rPr lang="en-US" sz="1200" b="1"/>
              <a:t>Local Language Model Processing</a:t>
            </a:r>
          </a:p>
          <a:p>
            <a:pPr marL="0" lvl="1" indent="0">
              <a:lnSpc>
                <a:spcPct val="90000"/>
              </a:lnSpc>
              <a:spcBef>
                <a:spcPts val="1000"/>
              </a:spcBef>
              <a:spcAft>
                <a:spcPts val="600"/>
              </a:spcAft>
              <a:buNone/>
            </a:pPr>
            <a:r>
              <a:rPr lang="en-US" sz="1200"/>
              <a:t>Local LLM uses retrieved document chunks as context to generate concise, accurate, and fact-based answers.</a:t>
            </a:r>
          </a:p>
          <a:p>
            <a:pPr marL="0" indent="0">
              <a:lnSpc>
                <a:spcPct val="90000"/>
              </a:lnSpc>
              <a:spcBef>
                <a:spcPts val="2500"/>
              </a:spcBef>
              <a:spcAft>
                <a:spcPts val="600"/>
              </a:spcAft>
              <a:buNone/>
            </a:pPr>
            <a:r>
              <a:rPr lang="en-US" sz="1200" b="1"/>
              <a:t>Secure Local Architecture</a:t>
            </a:r>
          </a:p>
          <a:p>
            <a:pPr marL="0" lvl="1" indent="0">
              <a:lnSpc>
                <a:spcPct val="90000"/>
              </a:lnSpc>
              <a:spcBef>
                <a:spcPts val="1000"/>
              </a:spcBef>
              <a:spcAft>
                <a:spcPts val="600"/>
              </a:spcAft>
              <a:buNone/>
            </a:pPr>
            <a:r>
              <a:rPr lang="en-US" sz="1200"/>
              <a:t>All processing remains local, ensuring data security and enabling scalable deployment within university systems.</a:t>
            </a:r>
          </a:p>
        </p:txBody>
      </p:sp>
    </p:spTree>
    <p:extLst>
      <p:ext uri="{BB962C8B-B14F-4D97-AF65-F5344CB8AC3E}">
        <p14:creationId xmlns:p14="http://schemas.microsoft.com/office/powerpoint/2010/main" val="349017412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06C9704-4D4B-1ABE-DFF3-2CE43CA45389}"/>
              </a:ext>
            </a:extLst>
          </p:cNvPr>
          <p:cNvSpPr>
            <a:spLocks noGrp="1"/>
          </p:cNvSpPr>
          <p:nvPr>
            <p:ph type="title"/>
          </p:nvPr>
        </p:nvSpPr>
        <p:spPr>
          <a:xfrm>
            <a:off x="0" y="2139696"/>
            <a:ext cx="8071011" cy="4718304"/>
          </a:xfrm>
        </p:spPr>
        <p:txBody>
          <a:bodyPr anchor="b">
            <a:normAutofit/>
          </a:bodyPr>
          <a:lstStyle/>
          <a:p>
            <a:r>
              <a:rPr lang="en-US"/>
              <a:t>Project Modules</a:t>
            </a:r>
          </a:p>
        </p:txBody>
      </p:sp>
    </p:spTree>
    <p:extLst>
      <p:ext uri="{BB962C8B-B14F-4D97-AF65-F5344CB8AC3E}">
        <p14:creationId xmlns:p14="http://schemas.microsoft.com/office/powerpoint/2010/main" val="362067083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7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CCDBD6-CA53-A2F1-3CF9-A41CAE4CAF4E}"/>
              </a:ext>
            </a:extLst>
          </p:cNvPr>
          <p:cNvSpPr>
            <a:spLocks noGrp="1"/>
          </p:cNvSpPr>
          <p:nvPr>
            <p:ph type="title"/>
          </p:nvPr>
        </p:nvSpPr>
        <p:spPr>
          <a:xfrm>
            <a:off x="-18288" y="1005840"/>
            <a:ext cx="3595634" cy="2212313"/>
          </a:xfrm>
        </p:spPr>
        <p:txBody>
          <a:bodyPr vert="horz" lIns="91440" tIns="45720" rIns="91440" bIns="45720" rtlCol="0" anchor="t">
            <a:normAutofit/>
          </a:bodyPr>
          <a:lstStyle/>
          <a:p>
            <a:r>
              <a:rPr lang="en-US" b="0" i="0" kern="1200" spc="-200" baseline="0">
                <a:latin typeface="+mj-lt"/>
                <a:ea typeface="+mj-ea"/>
                <a:cs typeface="+mj-cs"/>
              </a:rPr>
              <a:t>Core Functional Areas</a:t>
            </a:r>
          </a:p>
        </p:txBody>
      </p:sp>
      <p:sp>
        <p:nvSpPr>
          <p:cNvPr id="5" name="TextBox 4">
            <a:extLst>
              <a:ext uri="{FF2B5EF4-FFF2-40B4-BE49-F238E27FC236}">
                <a16:creationId xmlns:a16="http://schemas.microsoft.com/office/drawing/2014/main" id="{339C41CA-8E4A-491F-8507-99ED0FFF542F}"/>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0" y="3402064"/>
            <a:ext cx="3585586" cy="3434638"/>
          </a:xfrm>
          <a:prstGeom prst="rect">
            <a:avLst/>
          </a:prstGeom>
        </p:spPr>
        <p:txBody>
          <a:bodyPr>
            <a:normAutofit/>
          </a:bodyPr>
          <a:lstStyle/>
          <a:p>
            <a:pPr marL="0" indent="0">
              <a:lnSpc>
                <a:spcPct val="90000"/>
              </a:lnSpc>
              <a:spcBef>
                <a:spcPts val="2500"/>
              </a:spcBef>
              <a:spcAft>
                <a:spcPts val="600"/>
              </a:spcAft>
              <a:buNone/>
            </a:pPr>
            <a:r>
              <a:rPr lang="en-US" sz="1100" b="1"/>
              <a:t>Student Services Module</a:t>
            </a:r>
          </a:p>
          <a:p>
            <a:pPr marL="0" lvl="1" indent="0">
              <a:lnSpc>
                <a:spcPct val="90000"/>
              </a:lnSpc>
              <a:spcBef>
                <a:spcPts val="1000"/>
              </a:spcBef>
              <a:spcAft>
                <a:spcPts val="600"/>
              </a:spcAft>
              <a:buNone/>
            </a:pPr>
            <a:r>
              <a:rPr lang="en-US" sz="1100"/>
              <a:t>Handles admissions, exam schedules, hostel processes, fees, and scholarship queries using indexed student documents.</a:t>
            </a:r>
          </a:p>
          <a:p>
            <a:pPr marL="0" indent="0">
              <a:lnSpc>
                <a:spcPct val="90000"/>
              </a:lnSpc>
              <a:spcBef>
                <a:spcPts val="2500"/>
              </a:spcBef>
              <a:spcAft>
                <a:spcPts val="600"/>
              </a:spcAft>
              <a:buNone/>
            </a:pPr>
            <a:r>
              <a:rPr lang="en-US" sz="1100" b="1"/>
              <a:t>Faculty Support Module</a:t>
            </a:r>
          </a:p>
          <a:p>
            <a:pPr marL="0" lvl="1" indent="0">
              <a:lnSpc>
                <a:spcPct val="90000"/>
              </a:lnSpc>
              <a:spcBef>
                <a:spcPts val="1000"/>
              </a:spcBef>
              <a:spcAft>
                <a:spcPts val="600"/>
              </a:spcAft>
              <a:buNone/>
            </a:pPr>
            <a:r>
              <a:rPr lang="en-US" sz="1100"/>
              <a:t>Provides instant access to academic policies, research guidelines, ethics, and teaching schedules for faculty members.</a:t>
            </a:r>
          </a:p>
          <a:p>
            <a:pPr marL="0" indent="0">
              <a:lnSpc>
                <a:spcPct val="90000"/>
              </a:lnSpc>
              <a:spcBef>
                <a:spcPts val="2500"/>
              </a:spcBef>
              <a:spcAft>
                <a:spcPts val="600"/>
              </a:spcAft>
              <a:buNone/>
            </a:pPr>
            <a:r>
              <a:rPr lang="en-US" sz="1100" b="1"/>
              <a:t>Administrative Module</a:t>
            </a:r>
          </a:p>
          <a:p>
            <a:pPr marL="0" lvl="1" indent="0">
              <a:lnSpc>
                <a:spcPct val="90000"/>
              </a:lnSpc>
              <a:spcBef>
                <a:spcPts val="1000"/>
              </a:spcBef>
              <a:spcAft>
                <a:spcPts val="600"/>
              </a:spcAft>
              <a:buNone/>
            </a:pPr>
            <a:r>
              <a:rPr lang="en-US" sz="1100"/>
              <a:t>Supports HR policies, payroll guidelines, institutional circulars, and administrative operations to reduce bottlenecks.</a:t>
            </a:r>
          </a:p>
        </p:txBody>
      </p:sp>
      <p:pic>
        <p:nvPicPr>
          <p:cNvPr id="4" name="Content Placeholder 3" descr="Rear view of curly woman touching sensor button with icon of house">
            <a:extLst>
              <a:ext uri="{FF2B5EF4-FFF2-40B4-BE49-F238E27FC236}">
                <a16:creationId xmlns:a16="http://schemas.microsoft.com/office/drawing/2014/main" id="{6470C164-DD38-42B2-9EDE-8BC2A9C3B302}"/>
              </a:ext>
            </a:extLst>
          </p:cNvPr>
          <p:cNvPicPr>
            <a:picLocks noGrp="1" noChangeAspect="1"/>
          </p:cNvPicPr>
          <p:nvPr>
            <p:ph type="pic" idx="1"/>
          </p:nvPr>
        </p:nvPicPr>
        <p:blipFill>
          <a:blip r:embed="rId3"/>
          <a:stretch/>
        </p:blipFill>
        <p:spPr>
          <a:xfrm>
            <a:off x="5366157" y="1552110"/>
            <a:ext cx="6707160" cy="4477029"/>
          </a:xfrm>
        </p:spPr>
      </p:pic>
    </p:spTree>
    <p:extLst>
      <p:ext uri="{BB962C8B-B14F-4D97-AF65-F5344CB8AC3E}">
        <p14:creationId xmlns:p14="http://schemas.microsoft.com/office/powerpoint/2010/main" val="2100942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3E399DA-FD28-31D0-3816-B29DF773037B}"/>
              </a:ext>
            </a:extLst>
          </p:cNvPr>
          <p:cNvSpPr>
            <a:spLocks noGrp="1"/>
          </p:cNvSpPr>
          <p:nvPr>
            <p:ph type="title"/>
          </p:nvPr>
        </p:nvSpPr>
        <p:spPr>
          <a:xfrm>
            <a:off x="-18288" y="2184032"/>
            <a:ext cx="8074152" cy="4718304"/>
          </a:xfrm>
        </p:spPr>
        <p:txBody>
          <a:bodyPr anchor="b">
            <a:normAutofit/>
          </a:bodyPr>
          <a:lstStyle/>
          <a:p>
            <a:r>
              <a:rPr lang="en-US"/>
              <a:t>Tech Stack</a:t>
            </a:r>
          </a:p>
        </p:txBody>
      </p:sp>
    </p:spTree>
    <p:extLst>
      <p:ext uri="{BB962C8B-B14F-4D97-AF65-F5344CB8AC3E}">
        <p14:creationId xmlns:p14="http://schemas.microsoft.com/office/powerpoint/2010/main" val="266255527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95B836-0621-4F9D-D823-B759C530F64B}"/>
              </a:ext>
            </a:extLst>
          </p:cNvPr>
          <p:cNvSpPr>
            <a:spLocks noGrp="1"/>
          </p:cNvSpPr>
          <p:nvPr>
            <p:ph type="title"/>
          </p:nvPr>
        </p:nvSpPr>
        <p:spPr>
          <a:xfrm>
            <a:off x="542307" y="621792"/>
            <a:ext cx="7252710" cy="1138769"/>
          </a:xfrm>
        </p:spPr>
        <p:txBody>
          <a:bodyPr vert="horz" lIns="91440" tIns="45720" rIns="91440" bIns="45720" rtlCol="0" anchor="t">
            <a:normAutofit/>
          </a:bodyPr>
          <a:lstStyle/>
          <a:p>
            <a:r>
              <a:rPr lang="en-US" b="0" i="0" kern="1200" spc="-200" baseline="0">
                <a:latin typeface="+mj-lt"/>
                <a:ea typeface="+mj-ea"/>
                <a:cs typeface="+mj-cs"/>
              </a:rPr>
              <a:t>Technologies Used</a:t>
            </a:r>
          </a:p>
        </p:txBody>
      </p:sp>
      <p:sp>
        <p:nvSpPr>
          <p:cNvPr id="5" name="TextBox 4">
            <a:extLst>
              <a:ext uri="{FF2B5EF4-FFF2-40B4-BE49-F238E27FC236}">
                <a16:creationId xmlns:a16="http://schemas.microsoft.com/office/drawing/2014/main" id="{6BD76CDF-81E6-4663-9B52-F0D768888710}"/>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69602" y="2115404"/>
            <a:ext cx="7225415" cy="4212926"/>
          </a:xfrm>
          <a:prstGeom prst="rect">
            <a:avLst/>
          </a:prstGeom>
        </p:spPr>
        <p:txBody>
          <a:bodyPr>
            <a:normAutofit/>
          </a:bodyPr>
          <a:lstStyle/>
          <a:p>
            <a:pPr marL="0" indent="0">
              <a:lnSpc>
                <a:spcPct val="90000"/>
              </a:lnSpc>
              <a:spcBef>
                <a:spcPts val="2500"/>
              </a:spcBef>
              <a:spcAft>
                <a:spcPts val="600"/>
              </a:spcAft>
              <a:buNone/>
            </a:pPr>
            <a:r>
              <a:rPr lang="en-US" sz="1200" b="1"/>
              <a:t>Core Programming Language</a:t>
            </a:r>
          </a:p>
          <a:p>
            <a:pPr marL="0" lvl="1" indent="0">
              <a:lnSpc>
                <a:spcPct val="90000"/>
              </a:lnSpc>
              <a:spcBef>
                <a:spcPts val="1000"/>
              </a:spcBef>
              <a:spcAft>
                <a:spcPts val="600"/>
              </a:spcAft>
              <a:buNone/>
            </a:pPr>
            <a:r>
              <a:rPr lang="en-US" sz="1200"/>
              <a:t>Python serves as the main programming language enabling flexibility and extensive community support for the project.</a:t>
            </a:r>
          </a:p>
          <a:p>
            <a:pPr marL="0" indent="0">
              <a:lnSpc>
                <a:spcPct val="90000"/>
              </a:lnSpc>
              <a:spcBef>
                <a:spcPts val="2500"/>
              </a:spcBef>
              <a:spcAft>
                <a:spcPts val="600"/>
              </a:spcAft>
              <a:buNone/>
            </a:pPr>
            <a:r>
              <a:rPr lang="en-US" sz="1200" b="1"/>
              <a:t>Vector-Based Retrieval</a:t>
            </a:r>
          </a:p>
          <a:p>
            <a:pPr marL="0" lvl="1" indent="0">
              <a:lnSpc>
                <a:spcPct val="90000"/>
              </a:lnSpc>
              <a:spcBef>
                <a:spcPts val="1000"/>
              </a:spcBef>
              <a:spcAft>
                <a:spcPts val="600"/>
              </a:spcAft>
              <a:buNone/>
            </a:pPr>
            <a:r>
              <a:rPr lang="en-US" sz="1200"/>
              <a:t>FAISS library optimizes similarity search for fast retrieval in large document collections using vector embeddings.</a:t>
            </a:r>
          </a:p>
          <a:p>
            <a:pPr marL="0" indent="0">
              <a:lnSpc>
                <a:spcPct val="90000"/>
              </a:lnSpc>
              <a:spcBef>
                <a:spcPts val="2500"/>
              </a:spcBef>
              <a:spcAft>
                <a:spcPts val="600"/>
              </a:spcAft>
              <a:buNone/>
            </a:pPr>
            <a:r>
              <a:rPr lang="en-US" sz="1200" b="1"/>
              <a:t>User Interface Platform</a:t>
            </a:r>
          </a:p>
          <a:p>
            <a:pPr marL="0" lvl="1" indent="0">
              <a:lnSpc>
                <a:spcPct val="90000"/>
              </a:lnSpc>
              <a:spcBef>
                <a:spcPts val="1000"/>
              </a:spcBef>
              <a:spcAft>
                <a:spcPts val="600"/>
              </a:spcAft>
              <a:buNone/>
            </a:pPr>
            <a:r>
              <a:rPr lang="en-US" sz="1200"/>
              <a:t>Streamlit offers an interactive and lightweight UI for users to submit queries and upload files seamlessly.</a:t>
            </a:r>
          </a:p>
          <a:p>
            <a:pPr marL="0" indent="0">
              <a:lnSpc>
                <a:spcPct val="90000"/>
              </a:lnSpc>
              <a:spcBef>
                <a:spcPts val="2500"/>
              </a:spcBef>
              <a:spcAft>
                <a:spcPts val="600"/>
              </a:spcAft>
              <a:buNone/>
            </a:pPr>
            <a:r>
              <a:rPr lang="en-US" sz="1200" b="1"/>
              <a:t>Containerized Deployment</a:t>
            </a:r>
          </a:p>
          <a:p>
            <a:pPr marL="0" lvl="1" indent="0">
              <a:lnSpc>
                <a:spcPct val="90000"/>
              </a:lnSpc>
              <a:spcBef>
                <a:spcPts val="1000"/>
              </a:spcBef>
              <a:spcAft>
                <a:spcPts val="600"/>
              </a:spcAft>
              <a:buNone/>
            </a:pPr>
            <a:r>
              <a:rPr lang="en-US" sz="1200"/>
              <a:t>Docker and Docker Compose enable easy deployment by containerizing the app and LLM server for consistency.</a:t>
            </a:r>
          </a:p>
        </p:txBody>
      </p:sp>
      <p:pic>
        <p:nvPicPr>
          <p:cNvPr id="4" name="Content Placeholder 3" descr="Database big data symbol badge">
            <a:extLst>
              <a:ext uri="{FF2B5EF4-FFF2-40B4-BE49-F238E27FC236}">
                <a16:creationId xmlns:a16="http://schemas.microsoft.com/office/drawing/2014/main" id="{81AC3638-A30E-4C43-AB8E-37841CA43C9C}"/>
              </a:ext>
            </a:extLst>
          </p:cNvPr>
          <p:cNvPicPr>
            <a:picLocks noGrp="1" noChangeAspect="1"/>
          </p:cNvPicPr>
          <p:nvPr>
            <p:ph type="pic" sz="quarter" idx="13"/>
          </p:nvPr>
        </p:nvPicPr>
        <p:blipFill>
          <a:blip r:embed="rId3"/>
          <a:srcRect l="20465" r="20869"/>
          <a:stretch>
            <a:fillRect/>
          </a:stretch>
        </p:blipFill>
        <p:spPr>
          <a:xfrm>
            <a:off x="8168640" y="1"/>
            <a:ext cx="4023360" cy="6858000"/>
          </a:xfrm>
        </p:spPr>
      </p:pic>
    </p:spTree>
    <p:extLst>
      <p:ext uri="{BB962C8B-B14F-4D97-AF65-F5344CB8AC3E}">
        <p14:creationId xmlns:p14="http://schemas.microsoft.com/office/powerpoint/2010/main" val="381638168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C95F024-72E0-A988-9721-ED0EDFED7A03}"/>
              </a:ext>
            </a:extLst>
          </p:cNvPr>
          <p:cNvSpPr>
            <a:spLocks noGrp="1"/>
          </p:cNvSpPr>
          <p:nvPr>
            <p:ph type="title"/>
          </p:nvPr>
        </p:nvSpPr>
        <p:spPr>
          <a:xfrm>
            <a:off x="0" y="2139696"/>
            <a:ext cx="8071011" cy="4718304"/>
          </a:xfrm>
        </p:spPr>
        <p:txBody>
          <a:bodyPr anchor="b">
            <a:normAutofit/>
          </a:bodyPr>
          <a:lstStyle/>
          <a:p>
            <a:r>
              <a:rPr lang="en-US"/>
              <a:t>Ingestion Pipeline</a:t>
            </a:r>
          </a:p>
        </p:txBody>
      </p:sp>
    </p:spTree>
    <p:extLst>
      <p:ext uri="{BB962C8B-B14F-4D97-AF65-F5344CB8AC3E}">
        <p14:creationId xmlns:p14="http://schemas.microsoft.com/office/powerpoint/2010/main" val="415824667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7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1D089E-C57A-EF32-C2C0-3CE4C08933DC}"/>
              </a:ext>
            </a:extLst>
          </p:cNvPr>
          <p:cNvSpPr>
            <a:spLocks noGrp="1"/>
          </p:cNvSpPr>
          <p:nvPr>
            <p:ph type="title"/>
          </p:nvPr>
        </p:nvSpPr>
        <p:spPr>
          <a:xfrm>
            <a:off x="542307" y="621792"/>
            <a:ext cx="7252710" cy="1138769"/>
          </a:xfrm>
        </p:spPr>
        <p:txBody>
          <a:bodyPr vert="horz" lIns="91440" tIns="45720" rIns="91440" bIns="45720" rtlCol="0" anchor="t">
            <a:normAutofit/>
          </a:bodyPr>
          <a:lstStyle/>
          <a:p>
            <a:r>
              <a:rPr lang="en-US" sz="3900" b="0" i="0" kern="1200" spc="-200" baseline="0">
                <a:latin typeface="+mj-lt"/>
                <a:ea typeface="+mj-ea"/>
                <a:cs typeface="+mj-cs"/>
              </a:rPr>
              <a:t>Document Processing &amp; Indexing</a:t>
            </a:r>
          </a:p>
        </p:txBody>
      </p:sp>
      <p:sp>
        <p:nvSpPr>
          <p:cNvPr id="5" name="TextBox 4">
            <a:extLst>
              <a:ext uri="{FF2B5EF4-FFF2-40B4-BE49-F238E27FC236}">
                <a16:creationId xmlns:a16="http://schemas.microsoft.com/office/drawing/2014/main" id="{13444D1C-5079-44B0-A59E-50694BD558CB}"/>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69602" y="2115404"/>
            <a:ext cx="7225415" cy="4212926"/>
          </a:xfrm>
          <a:prstGeom prst="rect">
            <a:avLst/>
          </a:prstGeom>
        </p:spPr>
        <p:txBody>
          <a:bodyPr>
            <a:normAutofit/>
          </a:bodyPr>
          <a:lstStyle/>
          <a:p>
            <a:pPr marL="0" indent="0">
              <a:lnSpc>
                <a:spcPct val="90000"/>
              </a:lnSpc>
              <a:spcBef>
                <a:spcPts val="2500"/>
              </a:spcBef>
              <a:spcAft>
                <a:spcPts val="600"/>
              </a:spcAft>
              <a:buNone/>
            </a:pPr>
            <a:r>
              <a:rPr lang="en-US" sz="1200" b="1"/>
              <a:t>Multi-format Document Parsing</a:t>
            </a:r>
          </a:p>
          <a:p>
            <a:pPr marL="0" lvl="1" indent="0">
              <a:lnSpc>
                <a:spcPct val="90000"/>
              </a:lnSpc>
              <a:spcBef>
                <a:spcPts val="1000"/>
              </a:spcBef>
              <a:spcAft>
                <a:spcPts val="600"/>
              </a:spcAft>
              <a:buNone/>
            </a:pPr>
            <a:r>
              <a:rPr lang="en-US" sz="1200"/>
              <a:t>Supports PDF, DOCX, and TXT formats using parsers like pypdf and python-docx for efficient document loading.</a:t>
            </a:r>
          </a:p>
          <a:p>
            <a:pPr marL="0" indent="0">
              <a:lnSpc>
                <a:spcPct val="90000"/>
              </a:lnSpc>
              <a:spcBef>
                <a:spcPts val="2500"/>
              </a:spcBef>
              <a:spcAft>
                <a:spcPts val="600"/>
              </a:spcAft>
              <a:buNone/>
            </a:pPr>
            <a:r>
              <a:rPr lang="en-US" sz="1200" b="1"/>
              <a:t>Text Splitting for Retrieval</a:t>
            </a:r>
          </a:p>
          <a:p>
            <a:pPr marL="0" lvl="1" indent="0">
              <a:lnSpc>
                <a:spcPct val="90000"/>
              </a:lnSpc>
              <a:spcBef>
                <a:spcPts val="1000"/>
              </a:spcBef>
              <a:spcAft>
                <a:spcPts val="600"/>
              </a:spcAft>
              <a:buNone/>
            </a:pPr>
            <a:r>
              <a:rPr lang="en-US" sz="1200"/>
              <a:t>Recursive text splitter divides documents into manageable chunks optimized for semantic search and retrieval.</a:t>
            </a:r>
          </a:p>
          <a:p>
            <a:pPr marL="0" indent="0">
              <a:lnSpc>
                <a:spcPct val="90000"/>
              </a:lnSpc>
              <a:spcBef>
                <a:spcPts val="2500"/>
              </a:spcBef>
              <a:spcAft>
                <a:spcPts val="600"/>
              </a:spcAft>
              <a:buNone/>
            </a:pPr>
            <a:r>
              <a:rPr lang="en-US" sz="1200" b="1"/>
              <a:t>Vector Embedding &amp; Indexing</a:t>
            </a:r>
          </a:p>
          <a:p>
            <a:pPr marL="0" lvl="1" indent="0">
              <a:lnSpc>
                <a:spcPct val="90000"/>
              </a:lnSpc>
              <a:spcBef>
                <a:spcPts val="1000"/>
              </a:spcBef>
              <a:spcAft>
                <a:spcPts val="600"/>
              </a:spcAft>
              <a:buNone/>
            </a:pPr>
            <a:r>
              <a:rPr lang="en-US" sz="1200"/>
              <a:t>Chunks embedded using pretrained sentence-transformer models and stored as vectors in FAISS indexes for fast search.</a:t>
            </a:r>
          </a:p>
          <a:p>
            <a:pPr marL="0" indent="0">
              <a:lnSpc>
                <a:spcPct val="90000"/>
              </a:lnSpc>
              <a:spcBef>
                <a:spcPts val="2500"/>
              </a:spcBef>
              <a:spcAft>
                <a:spcPts val="600"/>
              </a:spcAft>
              <a:buNone/>
            </a:pPr>
            <a:r>
              <a:rPr lang="en-US" sz="1200" b="1"/>
              <a:t>User-friendly Access &amp; Updates</a:t>
            </a:r>
          </a:p>
          <a:p>
            <a:pPr marL="0" lvl="1" indent="0">
              <a:lnSpc>
                <a:spcPct val="90000"/>
              </a:lnSpc>
              <a:spcBef>
                <a:spcPts val="1000"/>
              </a:spcBef>
              <a:spcAft>
                <a:spcPts val="600"/>
              </a:spcAft>
              <a:buNone/>
            </a:pPr>
            <a:r>
              <a:rPr lang="en-US" sz="1200"/>
              <a:t>Pipeline accessible via command-line and Streamlit interface, enabling easy updates without technical skills.</a:t>
            </a:r>
          </a:p>
        </p:txBody>
      </p:sp>
      <p:pic>
        <p:nvPicPr>
          <p:cNvPr id="4" name="Content Placeholder 3" descr="&quot;High quality folder icons, depicting the concept of two-way transfer and synchronization isolated on white with clipping path&quot;">
            <a:extLst>
              <a:ext uri="{FF2B5EF4-FFF2-40B4-BE49-F238E27FC236}">
                <a16:creationId xmlns:a16="http://schemas.microsoft.com/office/drawing/2014/main" id="{F2D92192-2513-4854-9E21-6AACF5639F49}"/>
              </a:ext>
            </a:extLst>
          </p:cNvPr>
          <p:cNvPicPr>
            <a:picLocks noGrp="1" noChangeAspect="1"/>
          </p:cNvPicPr>
          <p:nvPr>
            <p:ph type="pic" sz="quarter" idx="13"/>
          </p:nvPr>
        </p:nvPicPr>
        <p:blipFill>
          <a:blip r:embed="rId3"/>
          <a:srcRect l="31311" r="24689"/>
          <a:stretch>
            <a:fillRect/>
          </a:stretch>
        </p:blipFill>
        <p:spPr>
          <a:xfrm>
            <a:off x="8168640" y="1"/>
            <a:ext cx="4023360" cy="6858000"/>
          </a:xfrm>
        </p:spPr>
      </p:pic>
    </p:spTree>
    <p:extLst>
      <p:ext uri="{BB962C8B-B14F-4D97-AF65-F5344CB8AC3E}">
        <p14:creationId xmlns:p14="http://schemas.microsoft.com/office/powerpoint/2010/main" val="97248316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E70A7B1-D046-61DC-7813-C076AD6DA8CB}"/>
              </a:ext>
            </a:extLst>
          </p:cNvPr>
          <p:cNvSpPr>
            <a:spLocks noGrp="1"/>
          </p:cNvSpPr>
          <p:nvPr>
            <p:ph type="title"/>
          </p:nvPr>
        </p:nvSpPr>
        <p:spPr>
          <a:xfrm>
            <a:off x="-18288" y="2184032"/>
            <a:ext cx="8074152" cy="4718304"/>
          </a:xfrm>
        </p:spPr>
        <p:txBody>
          <a:bodyPr anchor="b">
            <a:normAutofit/>
          </a:bodyPr>
          <a:lstStyle/>
          <a:p>
            <a:r>
              <a:rPr lang="en-US"/>
              <a:t>RAG Chain</a:t>
            </a:r>
          </a:p>
        </p:txBody>
      </p:sp>
    </p:spTree>
    <p:extLst>
      <p:ext uri="{BB962C8B-B14F-4D97-AF65-F5344CB8AC3E}">
        <p14:creationId xmlns:p14="http://schemas.microsoft.com/office/powerpoint/2010/main" val="254252101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7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F62C65-5D9B-CD03-C070-FC3FFC4A3843}"/>
              </a:ext>
            </a:extLst>
          </p:cNvPr>
          <p:cNvSpPr>
            <a:spLocks noGrp="1"/>
          </p:cNvSpPr>
          <p:nvPr>
            <p:ph type="title"/>
          </p:nvPr>
        </p:nvSpPr>
        <p:spPr>
          <a:xfrm>
            <a:off x="542307" y="621792"/>
            <a:ext cx="7252710" cy="1138769"/>
          </a:xfrm>
        </p:spPr>
        <p:txBody>
          <a:bodyPr vert="horz" lIns="91440" tIns="45720" rIns="91440" bIns="45720" rtlCol="0" anchor="t">
            <a:normAutofit/>
          </a:bodyPr>
          <a:lstStyle/>
          <a:p>
            <a:r>
              <a:rPr lang="en-US" sz="4300" b="0" i="0" kern="1200" spc="-200" baseline="0">
                <a:latin typeface="+mj-lt"/>
                <a:ea typeface="+mj-ea"/>
                <a:cs typeface="+mj-cs"/>
              </a:rPr>
              <a:t>Retriever + LLM Integration</a:t>
            </a:r>
          </a:p>
        </p:txBody>
      </p:sp>
      <p:sp>
        <p:nvSpPr>
          <p:cNvPr id="5" name="TextBox 4">
            <a:extLst>
              <a:ext uri="{FF2B5EF4-FFF2-40B4-BE49-F238E27FC236}">
                <a16:creationId xmlns:a16="http://schemas.microsoft.com/office/drawing/2014/main" id="{BCEE9F4F-09A5-4F74-AFF1-A5A251D8E0FA}"/>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69602" y="2115404"/>
            <a:ext cx="7225415" cy="4212926"/>
          </a:xfrm>
          <a:prstGeom prst="rect">
            <a:avLst/>
          </a:prstGeom>
        </p:spPr>
        <p:txBody>
          <a:bodyPr>
            <a:normAutofit/>
          </a:bodyPr>
          <a:lstStyle/>
          <a:p>
            <a:pPr marL="0" indent="0">
              <a:lnSpc>
                <a:spcPct val="90000"/>
              </a:lnSpc>
              <a:spcBef>
                <a:spcPts val="2500"/>
              </a:spcBef>
              <a:spcAft>
                <a:spcPts val="600"/>
              </a:spcAft>
              <a:buNone/>
            </a:pPr>
            <a:r>
              <a:rPr lang="en-US" sz="1200" b="1"/>
              <a:t>Unified Retrieval and LLM Pipeline</a:t>
            </a:r>
          </a:p>
          <a:p>
            <a:pPr marL="0" lvl="1" indent="0">
              <a:lnSpc>
                <a:spcPct val="90000"/>
              </a:lnSpc>
              <a:spcBef>
                <a:spcPts val="1000"/>
              </a:spcBef>
              <a:spcAft>
                <a:spcPts val="600"/>
              </a:spcAft>
              <a:buNone/>
            </a:pPr>
            <a:r>
              <a:rPr lang="en-US" sz="1200"/>
              <a:t>The RAG chain integrates document retrieval and language models into a single, seamless response pipeline.</a:t>
            </a:r>
          </a:p>
          <a:p>
            <a:pPr marL="0" indent="0">
              <a:lnSpc>
                <a:spcPct val="90000"/>
              </a:lnSpc>
              <a:spcBef>
                <a:spcPts val="2500"/>
              </a:spcBef>
              <a:spcAft>
                <a:spcPts val="600"/>
              </a:spcAft>
              <a:buNone/>
            </a:pPr>
            <a:r>
              <a:rPr lang="en-US" sz="1200" b="1"/>
              <a:t>Context-Restricted Prompting</a:t>
            </a:r>
          </a:p>
          <a:p>
            <a:pPr marL="0" lvl="1" indent="0">
              <a:lnSpc>
                <a:spcPct val="90000"/>
              </a:lnSpc>
              <a:spcBef>
                <a:spcPts val="1000"/>
              </a:spcBef>
              <a:spcAft>
                <a:spcPts val="600"/>
              </a:spcAft>
              <a:buNone/>
            </a:pPr>
            <a:r>
              <a:rPr lang="en-US" sz="1200"/>
              <a:t>Structured prompts restrict language model responses strictly to retrieved document context to prevent hallucinations.</a:t>
            </a:r>
          </a:p>
          <a:p>
            <a:pPr marL="0" indent="0">
              <a:lnSpc>
                <a:spcPct val="90000"/>
              </a:lnSpc>
              <a:spcBef>
                <a:spcPts val="2500"/>
              </a:spcBef>
              <a:spcAft>
                <a:spcPts val="600"/>
              </a:spcAft>
              <a:buNone/>
            </a:pPr>
            <a:r>
              <a:rPr lang="en-US" sz="1200" b="1"/>
              <a:t>Flexible LLM Backends</a:t>
            </a:r>
          </a:p>
          <a:p>
            <a:pPr marL="0" lvl="1" indent="0">
              <a:lnSpc>
                <a:spcPct val="90000"/>
              </a:lnSpc>
              <a:spcBef>
                <a:spcPts val="1000"/>
              </a:spcBef>
              <a:spcAft>
                <a:spcPts val="600"/>
              </a:spcAft>
              <a:buNone/>
            </a:pPr>
            <a:r>
              <a:rPr lang="en-US" sz="1200"/>
              <a:t>LangChain enables interchangeable LLMs like Ollama or GPT4All, allowing flexible configuration for response generation.</a:t>
            </a:r>
          </a:p>
          <a:p>
            <a:pPr marL="0" indent="0">
              <a:lnSpc>
                <a:spcPct val="90000"/>
              </a:lnSpc>
              <a:spcBef>
                <a:spcPts val="2500"/>
              </a:spcBef>
              <a:spcAft>
                <a:spcPts val="600"/>
              </a:spcAft>
              <a:buNone/>
            </a:pPr>
            <a:r>
              <a:rPr lang="en-US" sz="1200" b="1"/>
              <a:t>Transparency through Source Return</a:t>
            </a:r>
          </a:p>
          <a:p>
            <a:pPr marL="0" lvl="1" indent="0">
              <a:lnSpc>
                <a:spcPct val="90000"/>
              </a:lnSpc>
              <a:spcBef>
                <a:spcPts val="1000"/>
              </a:spcBef>
              <a:spcAft>
                <a:spcPts val="600"/>
              </a:spcAft>
              <a:buNone/>
            </a:pPr>
            <a:r>
              <a:rPr lang="en-US" sz="1200"/>
              <a:t>The system returns original document sources alongside answers for user verification and factual transparency.</a:t>
            </a:r>
          </a:p>
        </p:txBody>
      </p:sp>
      <p:pic>
        <p:nvPicPr>
          <p:cNvPr id="4" name="Content Placeholder 3" descr="People Search">
            <a:extLst>
              <a:ext uri="{FF2B5EF4-FFF2-40B4-BE49-F238E27FC236}">
                <a16:creationId xmlns:a16="http://schemas.microsoft.com/office/drawing/2014/main" id="{2DB996E1-304B-43AC-B5DF-5957EB59CB2D}"/>
              </a:ext>
            </a:extLst>
          </p:cNvPr>
          <p:cNvPicPr>
            <a:picLocks noGrp="1" noChangeAspect="1"/>
          </p:cNvPicPr>
          <p:nvPr>
            <p:ph type="pic" sz="quarter" idx="13"/>
          </p:nvPr>
        </p:nvPicPr>
        <p:blipFill>
          <a:blip r:embed="rId3"/>
          <a:srcRect l="42624" r="18216" b="-2"/>
          <a:stretch>
            <a:fillRect/>
          </a:stretch>
        </p:blipFill>
        <p:spPr>
          <a:xfrm>
            <a:off x="8168640" y="1"/>
            <a:ext cx="4023360" cy="6858000"/>
          </a:xfrm>
        </p:spPr>
      </p:pic>
    </p:spTree>
    <p:extLst>
      <p:ext uri="{BB962C8B-B14F-4D97-AF65-F5344CB8AC3E}">
        <p14:creationId xmlns:p14="http://schemas.microsoft.com/office/powerpoint/2010/main" val="88219883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6638111-71D0-3EB3-4DB6-18DA18CA34DC}"/>
              </a:ext>
            </a:extLst>
          </p:cNvPr>
          <p:cNvSpPr>
            <a:spLocks noGrp="1"/>
          </p:cNvSpPr>
          <p:nvPr>
            <p:ph type="title"/>
          </p:nvPr>
        </p:nvSpPr>
        <p:spPr>
          <a:xfrm>
            <a:off x="0" y="2139696"/>
            <a:ext cx="8071011" cy="4718304"/>
          </a:xfrm>
        </p:spPr>
        <p:txBody>
          <a:bodyPr anchor="b">
            <a:normAutofit/>
          </a:bodyPr>
          <a:lstStyle/>
          <a:p>
            <a:r>
              <a:rPr lang="en-US"/>
              <a:t>User Interface</a:t>
            </a:r>
          </a:p>
        </p:txBody>
      </p:sp>
    </p:spTree>
    <p:extLst>
      <p:ext uri="{BB962C8B-B14F-4D97-AF65-F5344CB8AC3E}">
        <p14:creationId xmlns:p14="http://schemas.microsoft.com/office/powerpoint/2010/main" val="310744171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B7A5F3-0FF5-81AC-456B-F07D7984F51B}"/>
              </a:ext>
            </a:extLst>
          </p:cNvPr>
          <p:cNvSpPr>
            <a:spLocks noGrp="1"/>
          </p:cNvSpPr>
          <p:nvPr>
            <p:ph type="title"/>
          </p:nvPr>
        </p:nvSpPr>
        <p:spPr>
          <a:xfrm>
            <a:off x="4281793" y="621792"/>
            <a:ext cx="7252710" cy="1138769"/>
          </a:xfrm>
        </p:spPr>
        <p:txBody>
          <a:bodyPr vert="horz" lIns="91440" tIns="45720" rIns="91440" bIns="45720" rtlCol="0" anchor="t">
            <a:normAutofit/>
          </a:bodyPr>
          <a:lstStyle/>
          <a:p>
            <a:r>
              <a:rPr lang="en-US" b="0" i="0" kern="1200" spc="-200" baseline="0">
                <a:latin typeface="+mj-lt"/>
                <a:ea typeface="+mj-ea"/>
                <a:cs typeface="+mj-cs"/>
              </a:rPr>
              <a:t>Streamlit Application</a:t>
            </a:r>
          </a:p>
        </p:txBody>
      </p:sp>
      <p:pic>
        <p:nvPicPr>
          <p:cNvPr id="4" name="Content Placeholder 3" descr="Login web form">
            <a:extLst>
              <a:ext uri="{FF2B5EF4-FFF2-40B4-BE49-F238E27FC236}">
                <a16:creationId xmlns:a16="http://schemas.microsoft.com/office/drawing/2014/main" id="{18B14C73-EF1A-4FB8-AF3D-49F4F166379D}"/>
              </a:ext>
            </a:extLst>
          </p:cNvPr>
          <p:cNvPicPr>
            <a:picLocks noGrp="1" noChangeAspect="1"/>
          </p:cNvPicPr>
          <p:nvPr>
            <p:ph type="pic" sz="quarter" idx="13"/>
          </p:nvPr>
        </p:nvPicPr>
        <p:blipFill>
          <a:blip r:embed="rId3"/>
          <a:srcRect l="27246" r="35941" b="1"/>
          <a:stretch>
            <a:fillRect/>
          </a:stretch>
        </p:blipFill>
        <p:spPr>
          <a:xfrm>
            <a:off x="20" y="1"/>
            <a:ext cx="4023340" cy="6858000"/>
          </a:xfrm>
        </p:spPr>
      </p:pic>
      <p:sp>
        <p:nvSpPr>
          <p:cNvPr id="5" name="TextBox 4">
            <a:extLst>
              <a:ext uri="{FF2B5EF4-FFF2-40B4-BE49-F238E27FC236}">
                <a16:creationId xmlns:a16="http://schemas.microsoft.com/office/drawing/2014/main" id="{0E8CF23A-64F1-40A0-B3BA-4E8E0BDD3EDA}"/>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309088" y="2115404"/>
            <a:ext cx="7225415" cy="4212926"/>
          </a:xfrm>
          <a:prstGeom prst="rect">
            <a:avLst/>
          </a:prstGeom>
        </p:spPr>
        <p:txBody>
          <a:bodyPr>
            <a:normAutofit/>
          </a:bodyPr>
          <a:lstStyle/>
          <a:p>
            <a:pPr marL="0" indent="0">
              <a:lnSpc>
                <a:spcPct val="90000"/>
              </a:lnSpc>
              <a:spcBef>
                <a:spcPts val="2500"/>
              </a:spcBef>
              <a:spcAft>
                <a:spcPts val="600"/>
              </a:spcAft>
              <a:buNone/>
            </a:pPr>
            <a:r>
              <a:rPr lang="en-US" sz="1200" b="1"/>
              <a:t>User-Friendly Interface</a:t>
            </a:r>
          </a:p>
          <a:p>
            <a:pPr marL="0" lvl="1" indent="0">
              <a:lnSpc>
                <a:spcPct val="90000"/>
              </a:lnSpc>
              <a:spcBef>
                <a:spcPts val="1000"/>
              </a:spcBef>
              <a:spcAft>
                <a:spcPts val="600"/>
              </a:spcAft>
              <a:buNone/>
            </a:pPr>
            <a:r>
              <a:rPr lang="en-US" sz="1200"/>
              <a:t>Streamlit provides a clean and interactive platform accessible to both students and staff with minimal technical skills.</a:t>
            </a:r>
          </a:p>
          <a:p>
            <a:pPr marL="0" indent="0">
              <a:lnSpc>
                <a:spcPct val="90000"/>
              </a:lnSpc>
              <a:spcBef>
                <a:spcPts val="2500"/>
              </a:spcBef>
              <a:spcAft>
                <a:spcPts val="600"/>
              </a:spcAft>
              <a:buNone/>
            </a:pPr>
            <a:r>
              <a:rPr lang="en-US" sz="1200" b="1"/>
              <a:t>System Configuration Display</a:t>
            </a:r>
          </a:p>
          <a:p>
            <a:pPr marL="0" lvl="1" indent="0">
              <a:lnSpc>
                <a:spcPct val="90000"/>
              </a:lnSpc>
              <a:spcBef>
                <a:spcPts val="1000"/>
              </a:spcBef>
              <a:spcAft>
                <a:spcPts val="600"/>
              </a:spcAft>
              <a:buNone/>
            </a:pPr>
            <a:r>
              <a:rPr lang="en-US" sz="1200"/>
              <a:t>The sidebar shows system details like selected LLM, vector store path, and ingestion controls for transparency and control.</a:t>
            </a:r>
          </a:p>
          <a:p>
            <a:pPr marL="0" indent="0">
              <a:lnSpc>
                <a:spcPct val="90000"/>
              </a:lnSpc>
              <a:spcBef>
                <a:spcPts val="2500"/>
              </a:spcBef>
              <a:spcAft>
                <a:spcPts val="600"/>
              </a:spcAft>
              <a:buNone/>
            </a:pPr>
            <a:r>
              <a:rPr lang="en-US" sz="1200" b="1"/>
              <a:t>Document Upload &amp; Live Ingestion</a:t>
            </a:r>
          </a:p>
          <a:p>
            <a:pPr marL="0" lvl="1" indent="0">
              <a:lnSpc>
                <a:spcPct val="90000"/>
              </a:lnSpc>
              <a:spcBef>
                <a:spcPts val="1000"/>
              </a:spcBef>
              <a:spcAft>
                <a:spcPts val="600"/>
              </a:spcAft>
              <a:buNone/>
            </a:pPr>
            <a:r>
              <a:rPr lang="en-US" sz="1200"/>
              <a:t>Users can upload documents and trigger live ingestion to quickly update and retrain the assistant with new data.</a:t>
            </a:r>
          </a:p>
          <a:p>
            <a:pPr marL="0" indent="0">
              <a:lnSpc>
                <a:spcPct val="90000"/>
              </a:lnSpc>
              <a:spcBef>
                <a:spcPts val="2500"/>
              </a:spcBef>
              <a:spcAft>
                <a:spcPts val="600"/>
              </a:spcAft>
              <a:buNone/>
            </a:pPr>
            <a:r>
              <a:rPr lang="en-US" sz="1200" b="1"/>
              <a:t>Chat &amp; Query History</a:t>
            </a:r>
          </a:p>
          <a:p>
            <a:pPr marL="0" lvl="1" indent="0">
              <a:lnSpc>
                <a:spcPct val="90000"/>
              </a:lnSpc>
              <a:spcBef>
                <a:spcPts val="1000"/>
              </a:spcBef>
              <a:spcAft>
                <a:spcPts val="600"/>
              </a:spcAft>
              <a:buNone/>
            </a:pPr>
            <a:r>
              <a:rPr lang="en-US" sz="1200"/>
              <a:t>The interface supports natural language questions with chat history and expandable panels for exploring cited sources.</a:t>
            </a:r>
          </a:p>
        </p:txBody>
      </p:sp>
    </p:spTree>
    <p:extLst>
      <p:ext uri="{BB962C8B-B14F-4D97-AF65-F5344CB8AC3E}">
        <p14:creationId xmlns:p14="http://schemas.microsoft.com/office/powerpoint/2010/main" val="52931101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C5C3DBD-DA7D-08A9-2810-43BB8E356894}"/>
              </a:ext>
            </a:extLst>
          </p:cNvPr>
          <p:cNvSpPr>
            <a:spLocks noGrp="1"/>
          </p:cNvSpPr>
          <p:nvPr>
            <p:ph type="title"/>
          </p:nvPr>
        </p:nvSpPr>
        <p:spPr>
          <a:xfrm>
            <a:off x="-18288" y="2184032"/>
            <a:ext cx="8074152" cy="4718304"/>
          </a:xfrm>
        </p:spPr>
        <p:txBody>
          <a:bodyPr anchor="b">
            <a:normAutofit/>
          </a:bodyPr>
          <a:lstStyle/>
          <a:p>
            <a:r>
              <a:rPr lang="en-US"/>
              <a:t>Deployment</a:t>
            </a:r>
          </a:p>
        </p:txBody>
      </p:sp>
    </p:spTree>
    <p:extLst>
      <p:ext uri="{BB962C8B-B14F-4D97-AF65-F5344CB8AC3E}">
        <p14:creationId xmlns:p14="http://schemas.microsoft.com/office/powerpoint/2010/main" val="394079554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F31B1D-89D3-AD55-FC09-F815F017DD68}"/>
              </a:ext>
            </a:extLst>
          </p:cNvPr>
          <p:cNvSpPr>
            <a:spLocks noGrp="1"/>
          </p:cNvSpPr>
          <p:nvPr>
            <p:ph type="title"/>
          </p:nvPr>
        </p:nvSpPr>
        <p:spPr>
          <a:xfrm>
            <a:off x="542307" y="621792"/>
            <a:ext cx="7252710" cy="1138769"/>
          </a:xfrm>
        </p:spPr>
        <p:txBody>
          <a:bodyPr vert="horz" lIns="91440" tIns="45720" rIns="91440" bIns="45720" rtlCol="0" anchor="t">
            <a:normAutofit/>
          </a:bodyPr>
          <a:lstStyle/>
          <a:p>
            <a:r>
              <a:rPr lang="en-US" sz="3900" b="0" i="0" kern="1200" spc="-200" baseline="0">
                <a:latin typeface="+mj-lt"/>
                <a:ea typeface="+mj-ea"/>
                <a:cs typeface="+mj-cs"/>
              </a:rPr>
              <a:t>Running Locally or with Docker</a:t>
            </a:r>
          </a:p>
        </p:txBody>
      </p:sp>
      <p:sp>
        <p:nvSpPr>
          <p:cNvPr id="5" name="TextBox 4">
            <a:extLst>
              <a:ext uri="{FF2B5EF4-FFF2-40B4-BE49-F238E27FC236}">
                <a16:creationId xmlns:a16="http://schemas.microsoft.com/office/drawing/2014/main" id="{F95865B9-BBC9-4C89-8B91-2C80EE491A58}"/>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69602" y="2115404"/>
            <a:ext cx="7225415" cy="4212926"/>
          </a:xfrm>
          <a:prstGeom prst="rect">
            <a:avLst/>
          </a:prstGeom>
        </p:spPr>
        <p:txBody>
          <a:bodyPr>
            <a:normAutofit/>
          </a:bodyPr>
          <a:lstStyle/>
          <a:p>
            <a:pPr marL="0" indent="0">
              <a:lnSpc>
                <a:spcPct val="90000"/>
              </a:lnSpc>
              <a:spcBef>
                <a:spcPts val="2500"/>
              </a:spcBef>
              <a:spcAft>
                <a:spcPts val="600"/>
              </a:spcAft>
              <a:buNone/>
            </a:pPr>
            <a:r>
              <a:rPr lang="en-US" sz="1200" b="1"/>
              <a:t>Docker Deployment</a:t>
            </a:r>
          </a:p>
          <a:p>
            <a:pPr marL="0" lvl="1" indent="0">
              <a:lnSpc>
                <a:spcPct val="90000"/>
              </a:lnSpc>
              <a:spcBef>
                <a:spcPts val="1000"/>
              </a:spcBef>
              <a:spcAft>
                <a:spcPts val="600"/>
              </a:spcAft>
              <a:buNone/>
            </a:pPr>
            <a:r>
              <a:rPr lang="en-US" sz="1200"/>
              <a:t>Docker Compose bundles the Streamlit app and LLM server for easy, consistent installation and production-grade performance.</a:t>
            </a:r>
          </a:p>
          <a:p>
            <a:pPr marL="0" indent="0">
              <a:lnSpc>
                <a:spcPct val="90000"/>
              </a:lnSpc>
              <a:spcBef>
                <a:spcPts val="2500"/>
              </a:spcBef>
              <a:spcAft>
                <a:spcPts val="600"/>
              </a:spcAft>
              <a:buNone/>
            </a:pPr>
            <a:r>
              <a:rPr lang="en-US" sz="1200" b="1"/>
              <a:t>Local Python Environment</a:t>
            </a:r>
          </a:p>
          <a:p>
            <a:pPr marL="0" lvl="1" indent="0">
              <a:lnSpc>
                <a:spcPct val="90000"/>
              </a:lnSpc>
              <a:spcBef>
                <a:spcPts val="1000"/>
              </a:spcBef>
              <a:spcAft>
                <a:spcPts val="600"/>
              </a:spcAft>
              <a:buNone/>
            </a:pPr>
            <a:r>
              <a:rPr lang="en-US" sz="1200"/>
              <a:t>Users can run PU Buddy locally by installing dependencies and launching the app manually for offline use.</a:t>
            </a:r>
          </a:p>
          <a:p>
            <a:pPr marL="0" indent="0">
              <a:lnSpc>
                <a:spcPct val="90000"/>
              </a:lnSpc>
              <a:spcBef>
                <a:spcPts val="2500"/>
              </a:spcBef>
              <a:spcAft>
                <a:spcPts val="600"/>
              </a:spcAft>
              <a:buNone/>
            </a:pPr>
            <a:r>
              <a:rPr lang="en-US" sz="1200" b="1"/>
              <a:t>Offline and Private Operation</a:t>
            </a:r>
          </a:p>
          <a:p>
            <a:pPr marL="0" lvl="1" indent="0">
              <a:lnSpc>
                <a:spcPct val="90000"/>
              </a:lnSpc>
              <a:spcBef>
                <a:spcPts val="1000"/>
              </a:spcBef>
              <a:spcAft>
                <a:spcPts val="600"/>
              </a:spcAft>
              <a:buNone/>
            </a:pPr>
            <a:r>
              <a:rPr lang="en-US" sz="1200"/>
              <a:t>Both deployment methods operate fully offline with no API keys, ensuring complete data privacy for institutions.</a:t>
            </a:r>
          </a:p>
          <a:p>
            <a:pPr marL="0" indent="0">
              <a:lnSpc>
                <a:spcPct val="90000"/>
              </a:lnSpc>
              <a:spcBef>
                <a:spcPts val="2500"/>
              </a:spcBef>
              <a:spcAft>
                <a:spcPts val="600"/>
              </a:spcAft>
              <a:buNone/>
            </a:pPr>
            <a:r>
              <a:rPr lang="en-US" sz="1200" b="1"/>
              <a:t>Flexible Deployment Options</a:t>
            </a:r>
          </a:p>
          <a:p>
            <a:pPr marL="0" lvl="1" indent="0">
              <a:lnSpc>
                <a:spcPct val="90000"/>
              </a:lnSpc>
              <a:spcBef>
                <a:spcPts val="1000"/>
              </a:spcBef>
              <a:spcAft>
                <a:spcPts val="600"/>
              </a:spcAft>
              <a:buNone/>
            </a:pPr>
            <a:r>
              <a:rPr lang="en-US" sz="1200"/>
              <a:t>PU Buddy runs on laptops, servers, and clusters with minimal setup, offering high flexibility across environments.</a:t>
            </a:r>
          </a:p>
        </p:txBody>
      </p:sp>
      <p:pic>
        <p:nvPicPr>
          <p:cNvPr id="4" name="Content Placeholder 3" descr="technology and innovation concept">
            <a:extLst>
              <a:ext uri="{FF2B5EF4-FFF2-40B4-BE49-F238E27FC236}">
                <a16:creationId xmlns:a16="http://schemas.microsoft.com/office/drawing/2014/main" id="{E93C6E25-BA97-4C60-9CC7-1B32A4EF2063}"/>
              </a:ext>
            </a:extLst>
          </p:cNvPr>
          <p:cNvPicPr>
            <a:picLocks noGrp="1" noChangeAspect="1"/>
          </p:cNvPicPr>
          <p:nvPr>
            <p:ph type="pic" sz="quarter" idx="13"/>
          </p:nvPr>
        </p:nvPicPr>
        <p:blipFill>
          <a:blip r:embed="rId3"/>
          <a:srcRect l="35617" r="30797" b="1"/>
          <a:stretch>
            <a:fillRect/>
          </a:stretch>
        </p:blipFill>
        <p:spPr>
          <a:xfrm>
            <a:off x="8168640" y="1"/>
            <a:ext cx="4023360" cy="6858000"/>
          </a:xfrm>
        </p:spPr>
      </p:pic>
    </p:spTree>
    <p:extLst>
      <p:ext uri="{BB962C8B-B14F-4D97-AF65-F5344CB8AC3E}">
        <p14:creationId xmlns:p14="http://schemas.microsoft.com/office/powerpoint/2010/main" val="45475222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3A7E9C7-9295-712E-3139-6B557CEEE40D}"/>
              </a:ext>
            </a:extLst>
          </p:cNvPr>
          <p:cNvSpPr>
            <a:spLocks noGrp="1"/>
          </p:cNvSpPr>
          <p:nvPr>
            <p:ph type="title"/>
          </p:nvPr>
        </p:nvSpPr>
        <p:spPr>
          <a:xfrm>
            <a:off x="0" y="2139696"/>
            <a:ext cx="8071011" cy="4718304"/>
          </a:xfrm>
        </p:spPr>
        <p:txBody>
          <a:bodyPr anchor="b">
            <a:normAutofit/>
          </a:bodyPr>
          <a:lstStyle/>
          <a:p>
            <a:r>
              <a:rPr lang="en-US"/>
              <a:t>Future Scope</a:t>
            </a:r>
          </a:p>
        </p:txBody>
      </p:sp>
    </p:spTree>
    <p:extLst>
      <p:ext uri="{BB962C8B-B14F-4D97-AF65-F5344CB8AC3E}">
        <p14:creationId xmlns:p14="http://schemas.microsoft.com/office/powerpoint/2010/main" val="234847665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7EFE54-CB9E-0BB6-B8B1-CFF5C39DF8F2}"/>
              </a:ext>
            </a:extLst>
          </p:cNvPr>
          <p:cNvSpPr>
            <a:spLocks noGrp="1"/>
          </p:cNvSpPr>
          <p:nvPr>
            <p:ph type="title"/>
          </p:nvPr>
        </p:nvSpPr>
        <p:spPr>
          <a:xfrm>
            <a:off x="4281793" y="621792"/>
            <a:ext cx="7252710" cy="1138769"/>
          </a:xfrm>
        </p:spPr>
        <p:txBody>
          <a:bodyPr vert="horz" lIns="91440" tIns="45720" rIns="91440" bIns="45720" rtlCol="0" anchor="t">
            <a:normAutofit/>
          </a:bodyPr>
          <a:lstStyle/>
          <a:p>
            <a:r>
              <a:rPr lang="en-US" sz="5200" b="0" i="0" kern="1200" spc="-200" baseline="0">
                <a:latin typeface="+mj-lt"/>
                <a:ea typeface="+mj-ea"/>
                <a:cs typeface="+mj-cs"/>
              </a:rPr>
              <a:t>Potential Enhancements</a:t>
            </a:r>
          </a:p>
        </p:txBody>
      </p:sp>
      <p:pic>
        <p:nvPicPr>
          <p:cNvPr id="4" name="Content Placeholder 3" descr="Job Interview">
            <a:extLst>
              <a:ext uri="{FF2B5EF4-FFF2-40B4-BE49-F238E27FC236}">
                <a16:creationId xmlns:a16="http://schemas.microsoft.com/office/drawing/2014/main" id="{6970A796-839F-42CC-BD61-F1F28BDFB8B0}"/>
              </a:ext>
            </a:extLst>
          </p:cNvPr>
          <p:cNvPicPr>
            <a:picLocks noGrp="1" noChangeAspect="1"/>
          </p:cNvPicPr>
          <p:nvPr>
            <p:ph type="pic" sz="quarter" idx="13"/>
          </p:nvPr>
        </p:nvPicPr>
        <p:blipFill>
          <a:blip r:embed="rId3"/>
          <a:srcRect l="30270" r="30570" b="-2"/>
          <a:stretch>
            <a:fillRect/>
          </a:stretch>
        </p:blipFill>
        <p:spPr>
          <a:xfrm>
            <a:off x="20" y="1"/>
            <a:ext cx="4023340" cy="6858000"/>
          </a:xfrm>
        </p:spPr>
      </p:pic>
      <p:sp>
        <p:nvSpPr>
          <p:cNvPr id="5" name="TextBox 4">
            <a:extLst>
              <a:ext uri="{FF2B5EF4-FFF2-40B4-BE49-F238E27FC236}">
                <a16:creationId xmlns:a16="http://schemas.microsoft.com/office/drawing/2014/main" id="{7393B700-D55D-4ED5-B488-3AD6E99102C1}"/>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309088" y="2115404"/>
            <a:ext cx="7225415" cy="4212926"/>
          </a:xfrm>
          <a:prstGeom prst="rect">
            <a:avLst/>
          </a:prstGeom>
        </p:spPr>
        <p:txBody>
          <a:bodyPr>
            <a:normAutofit/>
          </a:bodyPr>
          <a:lstStyle/>
          <a:p>
            <a:pPr marL="0" indent="0">
              <a:lnSpc>
                <a:spcPct val="90000"/>
              </a:lnSpc>
              <a:spcBef>
                <a:spcPts val="2500"/>
              </a:spcBef>
              <a:spcAft>
                <a:spcPts val="600"/>
              </a:spcAft>
              <a:buNone/>
            </a:pPr>
            <a:r>
              <a:rPr lang="en-US" sz="1200" b="1"/>
              <a:t>Voice-Based Interaction</a:t>
            </a:r>
          </a:p>
          <a:p>
            <a:pPr marL="0" lvl="1" indent="0">
              <a:lnSpc>
                <a:spcPct val="90000"/>
              </a:lnSpc>
              <a:spcBef>
                <a:spcPts val="1000"/>
              </a:spcBef>
              <a:spcAft>
                <a:spcPts val="600"/>
              </a:spcAft>
              <a:buNone/>
            </a:pPr>
            <a:r>
              <a:rPr lang="en-US" sz="1200"/>
              <a:t>Integrate voice commands with speech-to-text engines for kiosks and accessibility to enhance user interaction.</a:t>
            </a:r>
          </a:p>
          <a:p>
            <a:pPr marL="0" indent="0">
              <a:lnSpc>
                <a:spcPct val="90000"/>
              </a:lnSpc>
              <a:spcBef>
                <a:spcPts val="2500"/>
              </a:spcBef>
              <a:spcAft>
                <a:spcPts val="600"/>
              </a:spcAft>
              <a:buNone/>
            </a:pPr>
            <a:r>
              <a:rPr lang="en-US" sz="1200" b="1"/>
              <a:t>Mobile Companion App</a:t>
            </a:r>
          </a:p>
          <a:p>
            <a:pPr marL="0" lvl="1" indent="0">
              <a:lnSpc>
                <a:spcPct val="90000"/>
              </a:lnSpc>
              <a:spcBef>
                <a:spcPts val="1000"/>
              </a:spcBef>
              <a:spcAft>
                <a:spcPts val="600"/>
              </a:spcAft>
              <a:buNone/>
            </a:pPr>
            <a:r>
              <a:rPr lang="en-US" sz="1200"/>
              <a:t>Develop a smartphone app to allow students access to critical university information anytime and anywhere.</a:t>
            </a:r>
          </a:p>
          <a:p>
            <a:pPr marL="0" indent="0">
              <a:lnSpc>
                <a:spcPct val="90000"/>
              </a:lnSpc>
              <a:spcBef>
                <a:spcPts val="2500"/>
              </a:spcBef>
              <a:spcAft>
                <a:spcPts val="600"/>
              </a:spcAft>
              <a:buNone/>
            </a:pPr>
            <a:r>
              <a:rPr lang="en-US" sz="1200" b="1"/>
              <a:t>Advanced Analytics Dashboards</a:t>
            </a:r>
          </a:p>
          <a:p>
            <a:pPr marL="0" lvl="1" indent="0">
              <a:lnSpc>
                <a:spcPct val="90000"/>
              </a:lnSpc>
              <a:spcBef>
                <a:spcPts val="1000"/>
              </a:spcBef>
              <a:spcAft>
                <a:spcPts val="600"/>
              </a:spcAft>
              <a:buNone/>
            </a:pPr>
            <a:r>
              <a:rPr lang="en-US" sz="1200"/>
              <a:t>Provide administrators with dashboards to analyze student concerns and optimize university services efficiently.</a:t>
            </a:r>
          </a:p>
          <a:p>
            <a:pPr marL="0" indent="0">
              <a:lnSpc>
                <a:spcPct val="90000"/>
              </a:lnSpc>
              <a:spcBef>
                <a:spcPts val="2500"/>
              </a:spcBef>
              <a:spcAft>
                <a:spcPts val="600"/>
              </a:spcAft>
              <a:buNone/>
            </a:pPr>
            <a:r>
              <a:rPr lang="en-US" sz="1200" b="1"/>
              <a:t>ERP and Multilingual Support</a:t>
            </a:r>
          </a:p>
          <a:p>
            <a:pPr marL="0" lvl="1" indent="0">
              <a:lnSpc>
                <a:spcPct val="90000"/>
              </a:lnSpc>
              <a:spcBef>
                <a:spcPts val="1000"/>
              </a:spcBef>
              <a:spcAft>
                <a:spcPts val="600"/>
              </a:spcAft>
              <a:buNone/>
            </a:pPr>
            <a:r>
              <a:rPr lang="en-US" sz="1200"/>
              <a:t>Integrate ERP for real-time data and support multiple languages to serve diverse academic communities.</a:t>
            </a:r>
          </a:p>
        </p:txBody>
      </p:sp>
    </p:spTree>
    <p:extLst>
      <p:ext uri="{BB962C8B-B14F-4D97-AF65-F5344CB8AC3E}">
        <p14:creationId xmlns:p14="http://schemas.microsoft.com/office/powerpoint/2010/main" val="90656647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AB6877A-387D-0AC4-CE05-F13BD44C8621}"/>
              </a:ext>
            </a:extLst>
          </p:cNvPr>
          <p:cNvSpPr>
            <a:spLocks noGrp="1"/>
          </p:cNvSpPr>
          <p:nvPr>
            <p:ph type="title"/>
          </p:nvPr>
        </p:nvSpPr>
        <p:spPr>
          <a:xfrm>
            <a:off x="-18288" y="2184032"/>
            <a:ext cx="8074152" cy="4718304"/>
          </a:xfrm>
        </p:spPr>
        <p:txBody>
          <a:bodyPr anchor="b">
            <a:normAutofit/>
          </a:bodyPr>
          <a:lstStyle/>
          <a:p>
            <a:r>
              <a:rPr lang="en-US"/>
              <a:t>Conclusion</a:t>
            </a:r>
          </a:p>
        </p:txBody>
      </p:sp>
    </p:spTree>
    <p:extLst>
      <p:ext uri="{BB962C8B-B14F-4D97-AF65-F5344CB8AC3E}">
        <p14:creationId xmlns:p14="http://schemas.microsoft.com/office/powerpoint/2010/main" val="270345477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7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E9DF92-C07F-ECC3-46C8-34CEB52285F3}"/>
              </a:ext>
            </a:extLst>
          </p:cNvPr>
          <p:cNvSpPr>
            <a:spLocks noGrp="1"/>
          </p:cNvSpPr>
          <p:nvPr>
            <p:ph type="title"/>
          </p:nvPr>
        </p:nvSpPr>
        <p:spPr>
          <a:xfrm>
            <a:off x="4281793" y="621792"/>
            <a:ext cx="7252710" cy="1138769"/>
          </a:xfrm>
        </p:spPr>
        <p:txBody>
          <a:bodyPr vert="horz" lIns="91440" tIns="45720" rIns="91440" bIns="45720" rtlCol="0" anchor="t">
            <a:normAutofit/>
          </a:bodyPr>
          <a:lstStyle/>
          <a:p>
            <a:r>
              <a:rPr lang="en-US" b="0" i="0" kern="1200" spc="-200" baseline="0">
                <a:latin typeface="+mj-lt"/>
                <a:ea typeface="+mj-ea"/>
                <a:cs typeface="+mj-cs"/>
              </a:rPr>
              <a:t>Final Summary</a:t>
            </a:r>
          </a:p>
        </p:txBody>
      </p:sp>
      <p:pic>
        <p:nvPicPr>
          <p:cNvPr id="4" name="Content Placeholder 3" descr="Modern background">
            <a:extLst>
              <a:ext uri="{FF2B5EF4-FFF2-40B4-BE49-F238E27FC236}">
                <a16:creationId xmlns:a16="http://schemas.microsoft.com/office/drawing/2014/main" id="{B857AE7A-9531-46F6-90E1-D976AD29DEEE}"/>
              </a:ext>
            </a:extLst>
          </p:cNvPr>
          <p:cNvPicPr>
            <a:picLocks noGrp="1" noChangeAspect="1"/>
          </p:cNvPicPr>
          <p:nvPr>
            <p:ph type="pic" sz="quarter" idx="13"/>
          </p:nvPr>
        </p:nvPicPr>
        <p:blipFill>
          <a:blip r:embed="rId3"/>
          <a:srcRect l="17931" r="42909" b="-2"/>
          <a:stretch>
            <a:fillRect/>
          </a:stretch>
        </p:blipFill>
        <p:spPr>
          <a:xfrm>
            <a:off x="20" y="1"/>
            <a:ext cx="4023340" cy="6858000"/>
          </a:xfrm>
        </p:spPr>
      </p:pic>
      <p:sp>
        <p:nvSpPr>
          <p:cNvPr id="5" name="TextBox 4">
            <a:extLst>
              <a:ext uri="{FF2B5EF4-FFF2-40B4-BE49-F238E27FC236}">
                <a16:creationId xmlns:a16="http://schemas.microsoft.com/office/drawing/2014/main" id="{0B462452-DD0C-4B4A-A2E2-556074C5D8A1}"/>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309088" y="2115404"/>
            <a:ext cx="7225415" cy="4212926"/>
          </a:xfrm>
          <a:prstGeom prst="rect">
            <a:avLst/>
          </a:prstGeom>
        </p:spPr>
        <p:txBody>
          <a:bodyPr>
            <a:normAutofit/>
          </a:bodyPr>
          <a:lstStyle/>
          <a:p>
            <a:pPr marL="0" indent="0">
              <a:lnSpc>
                <a:spcPct val="90000"/>
              </a:lnSpc>
              <a:spcBef>
                <a:spcPts val="2500"/>
              </a:spcBef>
              <a:spcAft>
                <a:spcPts val="600"/>
              </a:spcAft>
              <a:buNone/>
            </a:pPr>
            <a:r>
              <a:rPr lang="en-US" sz="1200" b="1"/>
              <a:t>Innovative AI Integration</a:t>
            </a:r>
          </a:p>
          <a:p>
            <a:pPr marL="0" lvl="1" indent="0">
              <a:lnSpc>
                <a:spcPct val="90000"/>
              </a:lnSpc>
              <a:spcBef>
                <a:spcPts val="1000"/>
              </a:spcBef>
              <a:spcAft>
                <a:spcPts val="600"/>
              </a:spcAft>
              <a:buNone/>
            </a:pPr>
            <a:r>
              <a:rPr lang="en-US" sz="1200"/>
              <a:t>PU Buddy combines Retrieval-Augmented Generation with local language models for powerful AI-driven assistance.</a:t>
            </a:r>
          </a:p>
          <a:p>
            <a:pPr marL="0" indent="0">
              <a:lnSpc>
                <a:spcPct val="90000"/>
              </a:lnSpc>
              <a:spcBef>
                <a:spcPts val="2500"/>
              </a:spcBef>
              <a:spcAft>
                <a:spcPts val="600"/>
              </a:spcAft>
              <a:buNone/>
            </a:pPr>
            <a:r>
              <a:rPr lang="en-US" sz="1200" b="1"/>
              <a:t>Privacy-Preserving Offline Operation</a:t>
            </a:r>
          </a:p>
          <a:p>
            <a:pPr marL="0" lvl="1" indent="0">
              <a:lnSpc>
                <a:spcPct val="90000"/>
              </a:lnSpc>
              <a:spcBef>
                <a:spcPts val="1000"/>
              </a:spcBef>
              <a:spcAft>
                <a:spcPts val="600"/>
              </a:spcAft>
              <a:buNone/>
            </a:pPr>
            <a:r>
              <a:rPr lang="en-US" sz="1200"/>
              <a:t>Operating fully offline, PU Buddy ensures complete privacy and security for university data and interactions.</a:t>
            </a:r>
          </a:p>
          <a:p>
            <a:pPr marL="0" indent="0">
              <a:lnSpc>
                <a:spcPct val="90000"/>
              </a:lnSpc>
              <a:spcBef>
                <a:spcPts val="2500"/>
              </a:spcBef>
              <a:spcAft>
                <a:spcPts val="600"/>
              </a:spcAft>
              <a:buNone/>
            </a:pPr>
            <a:r>
              <a:rPr lang="en-US" sz="1200" b="1"/>
              <a:t>Cost-Free and Scalable</a:t>
            </a:r>
          </a:p>
          <a:p>
            <a:pPr marL="0" lvl="1" indent="0">
              <a:lnSpc>
                <a:spcPct val="90000"/>
              </a:lnSpc>
              <a:spcBef>
                <a:spcPts val="1000"/>
              </a:spcBef>
              <a:spcAft>
                <a:spcPts val="600"/>
              </a:spcAft>
              <a:buNone/>
            </a:pPr>
            <a:r>
              <a:rPr lang="en-US" sz="1200"/>
              <a:t>PU Buddy is freely available, customizable, and scalable across various university departments and use cases.</a:t>
            </a:r>
          </a:p>
          <a:p>
            <a:pPr marL="0" indent="0">
              <a:lnSpc>
                <a:spcPct val="90000"/>
              </a:lnSpc>
              <a:spcBef>
                <a:spcPts val="2500"/>
              </a:spcBef>
              <a:spcAft>
                <a:spcPts val="600"/>
              </a:spcAft>
              <a:buNone/>
            </a:pPr>
            <a:r>
              <a:rPr lang="en-US" sz="1200" b="1"/>
              <a:t>Future-Ready Roadmap</a:t>
            </a:r>
          </a:p>
          <a:p>
            <a:pPr marL="0" lvl="1" indent="0">
              <a:lnSpc>
                <a:spcPct val="90000"/>
              </a:lnSpc>
              <a:spcBef>
                <a:spcPts val="1000"/>
              </a:spcBef>
              <a:spcAft>
                <a:spcPts val="600"/>
              </a:spcAft>
              <a:buNone/>
            </a:pPr>
            <a:r>
              <a:rPr lang="en-US" sz="1200"/>
              <a:t>Strong technical foundation and a clear roadmap position PU Buddy as a model for future AI academic tools.</a:t>
            </a:r>
          </a:p>
        </p:txBody>
      </p:sp>
    </p:spTree>
    <p:extLst>
      <p:ext uri="{BB962C8B-B14F-4D97-AF65-F5344CB8AC3E}">
        <p14:creationId xmlns:p14="http://schemas.microsoft.com/office/powerpoint/2010/main" val="423572992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theme/theme1.xml><?xml version="1.0" encoding="utf-8"?>
<a:theme xmlns:a="http://schemas.openxmlformats.org/drawingml/2006/main" name="Axis">
  <a:themeElements>
    <a:clrScheme name="Southwestern">
      <a:dk1>
        <a:srgbClr val="000000"/>
      </a:dk1>
      <a:lt1>
        <a:srgbClr val="FFFFFF"/>
      </a:lt1>
      <a:dk2>
        <a:srgbClr val="0E2841"/>
      </a:dk2>
      <a:lt2>
        <a:srgbClr val="E8E8E8"/>
      </a:lt2>
      <a:accent1>
        <a:srgbClr val="A8BABF"/>
      </a:accent1>
      <a:accent2>
        <a:srgbClr val="C16A38"/>
      </a:accent2>
      <a:accent3>
        <a:srgbClr val="7B441F"/>
      </a:accent3>
      <a:accent4>
        <a:srgbClr val="DAC68B"/>
      </a:accent4>
      <a:accent5>
        <a:srgbClr val="B6BAA5"/>
      </a:accent5>
      <a:accent6>
        <a:srgbClr val="716C34"/>
      </a:accent6>
      <a:hlink>
        <a:srgbClr val="467886"/>
      </a:hlink>
      <a:folHlink>
        <a:srgbClr val="96607D"/>
      </a:folHlink>
    </a:clrScheme>
    <a:fontScheme name="Custom 13">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xis_Copilot Layouts_win32_DN_v7" id="{2D27664C-6308-44CF-AD31-3123E3CD2A37}" vid="{94C83FE8-F59A-47F5-B97E-45C21FC7BF6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27</Slides>
  <Notes>27</Notes>
  <HiddenSlides>0</HiddenSlides>
  <ScaleCrop>false</ScaleCrop>
  <HeadingPairs>
    <vt:vector size="4" baseType="variant">
      <vt:variant>
        <vt:lpstr>Theme</vt:lpstr>
      </vt:variant>
      <vt:variant>
        <vt:i4>1</vt:i4>
      </vt:variant>
      <vt:variant>
        <vt:lpstr>Slide Titles</vt:lpstr>
      </vt:variant>
      <vt:variant>
        <vt:i4>27</vt:i4>
      </vt:variant>
    </vt:vector>
  </HeadingPairs>
  <TitlesOfParts>
    <vt:vector size="28" baseType="lpstr">
      <vt:lpstr>Axis</vt:lpstr>
      <vt:lpstr>PU Buddy – AI RAG Assistant</vt:lpstr>
      <vt:lpstr>PU Buddy – AI RAG Assistant</vt:lpstr>
      <vt:lpstr>Project Overview</vt:lpstr>
      <vt:lpstr>Introduction</vt:lpstr>
      <vt:lpstr>System Purpose</vt:lpstr>
      <vt:lpstr>Problem Statement</vt:lpstr>
      <vt:lpstr>Challenges in University Information Handling</vt:lpstr>
      <vt:lpstr>Solution Overview</vt:lpstr>
      <vt:lpstr>RAG-Based Intelligent Assistant</vt:lpstr>
      <vt:lpstr>Architecture</vt:lpstr>
      <vt:lpstr>System Flow &amp; Data Pipeline</vt:lpstr>
      <vt:lpstr>Project Modules</vt:lpstr>
      <vt:lpstr>Core Functional Areas</vt:lpstr>
      <vt:lpstr>Tech Stack</vt:lpstr>
      <vt:lpstr>Technologies Used</vt:lpstr>
      <vt:lpstr>Ingestion Pipeline</vt:lpstr>
      <vt:lpstr>Document Processing &amp; Indexing</vt:lpstr>
      <vt:lpstr>RAG Chain</vt:lpstr>
      <vt:lpstr>Retriever + LLM Integration</vt:lpstr>
      <vt:lpstr>User Interface</vt:lpstr>
      <vt:lpstr>Streamlit Application</vt:lpstr>
      <vt:lpstr>Deployment</vt:lpstr>
      <vt:lpstr>Running Locally or with Docker</vt:lpstr>
      <vt:lpstr>Future Scope</vt:lpstr>
      <vt:lpstr>Potential Enhancements</vt:lpstr>
      <vt:lpstr>Conclusion</vt:lpstr>
      <vt:lpstr>Final 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revision>4</cp:revision>
  <dcterms:modified xsi:type="dcterms:W3CDTF">2026-02-25T05:23:38Z</dcterms:modified>
</cp:coreProperties>
</file>